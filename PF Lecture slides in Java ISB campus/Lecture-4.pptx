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44" r:id="rId2"/>
    <p:sldId id="257" r:id="rId3"/>
    <p:sldId id="315" r:id="rId4"/>
    <p:sldId id="316" r:id="rId5"/>
    <p:sldId id="318" r:id="rId6"/>
    <p:sldId id="319" r:id="rId7"/>
    <p:sldId id="320" r:id="rId8"/>
    <p:sldId id="321" r:id="rId9"/>
    <p:sldId id="322" r:id="rId10"/>
    <p:sldId id="312" r:id="rId11"/>
    <p:sldId id="329" r:id="rId12"/>
    <p:sldId id="330" r:id="rId13"/>
    <p:sldId id="331" r:id="rId14"/>
    <p:sldId id="332" r:id="rId15"/>
    <p:sldId id="333" r:id="rId16"/>
    <p:sldId id="334" r:id="rId17"/>
    <p:sldId id="314" r:id="rId18"/>
    <p:sldId id="339" r:id="rId19"/>
    <p:sldId id="33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489F5-2A21-4877-91F8-67704DC47FEA}" v="3" dt="2025-02-16T14:23:59.7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3" autoAdjust="0"/>
    <p:restoredTop sz="89770" autoAdjust="0"/>
  </p:normalViewPr>
  <p:slideViewPr>
    <p:cSldViewPr>
      <p:cViewPr varScale="1">
        <p:scale>
          <a:sx n="58" d="100"/>
          <a:sy n="58" d="100"/>
        </p:scale>
        <p:origin x="14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067DC5D3-C902-41F1-955F-8D46709D2AAE}"/>
    <pc:docChg chg="modSld">
      <pc:chgData name="Rizwan Rashid" userId="12b6bffb-8fd7-410a-bd1e-f473b901c3a4" providerId="ADAL" clId="{067DC5D3-C902-41F1-955F-8D46709D2AAE}" dt="2022-09-20T06:13:41.423" v="1" actId="20577"/>
      <pc:docMkLst>
        <pc:docMk/>
      </pc:docMkLst>
      <pc:sldChg chg="modSp mod">
        <pc:chgData name="Rizwan Rashid" userId="12b6bffb-8fd7-410a-bd1e-f473b901c3a4" providerId="ADAL" clId="{067DC5D3-C902-41F1-955F-8D46709D2AAE}" dt="2022-09-20T06:13:41.423" v="1" actId="20577"/>
        <pc:sldMkLst>
          <pc:docMk/>
          <pc:sldMk cId="1216670647" sldId="256"/>
        </pc:sldMkLst>
      </pc:sldChg>
    </pc:docChg>
  </pc:docChgLst>
  <pc:docChgLst>
    <pc:chgData name="Khurram Iqbal" userId="af32904b-6c78-4cff-8330-5f3a20d540de" providerId="ADAL" clId="{09C489F5-2A21-4877-91F8-67704DC47FEA}"/>
    <pc:docChg chg="undo custSel addSld delSld modSld">
      <pc:chgData name="Khurram Iqbal" userId="af32904b-6c78-4cff-8330-5f3a20d540de" providerId="ADAL" clId="{09C489F5-2A21-4877-91F8-67704DC47FEA}" dt="2025-02-17T16:10:10.459" v="24" actId="403"/>
      <pc:docMkLst>
        <pc:docMk/>
      </pc:docMkLst>
      <pc:sldChg chg="del">
        <pc:chgData name="Khurram Iqbal" userId="af32904b-6c78-4cff-8330-5f3a20d540de" providerId="ADAL" clId="{09C489F5-2A21-4877-91F8-67704DC47FEA}" dt="2025-02-16T14:23:42.076" v="2" actId="47"/>
        <pc:sldMkLst>
          <pc:docMk/>
          <pc:sldMk cId="1216670647" sldId="256"/>
        </pc:sldMkLst>
      </pc:sldChg>
      <pc:sldChg chg="addSp delSp modSp mod setBg">
        <pc:chgData name="Khurram Iqbal" userId="af32904b-6c78-4cff-8330-5f3a20d540de" providerId="ADAL" clId="{09C489F5-2A21-4877-91F8-67704DC47FEA}" dt="2025-02-16T14:24:28.932" v="8" actId="1076"/>
        <pc:sldMkLst>
          <pc:docMk/>
          <pc:sldMk cId="307388253" sldId="257"/>
        </pc:sldMkLst>
        <pc:spChg chg="mod">
          <ac:chgData name="Khurram Iqbal" userId="af32904b-6c78-4cff-8330-5f3a20d540de" providerId="ADAL" clId="{09C489F5-2A21-4877-91F8-67704DC47FEA}" dt="2025-02-16T14:24:28.932" v="8" actId="1076"/>
          <ac:spMkLst>
            <pc:docMk/>
            <pc:sldMk cId="307388253" sldId="257"/>
            <ac:spMk id="2" creationId="{00000000-0000-0000-0000-000000000000}"/>
          </ac:spMkLst>
        </pc:spChg>
        <pc:spChg chg="del">
          <ac:chgData name="Khurram Iqbal" userId="af32904b-6c78-4cff-8330-5f3a20d540de" providerId="ADAL" clId="{09C489F5-2A21-4877-91F8-67704DC47FEA}" dt="2025-02-16T14:23:52.508" v="3" actId="26606"/>
          <ac:spMkLst>
            <pc:docMk/>
            <pc:sldMk cId="307388253" sldId="257"/>
            <ac:spMk id="3" creationId="{00000000-0000-0000-0000-000000000000}"/>
          </ac:spMkLst>
        </pc:spChg>
        <pc:spChg chg="add del">
          <ac:chgData name="Khurram Iqbal" userId="af32904b-6c78-4cff-8330-5f3a20d540de" providerId="ADAL" clId="{09C489F5-2A21-4877-91F8-67704DC47FEA}" dt="2025-02-16T14:24:17.564" v="6" actId="26606"/>
          <ac:spMkLst>
            <pc:docMk/>
            <pc:sldMk cId="307388253" sldId="257"/>
            <ac:spMk id="9" creationId="{2659FDB4-FCBE-4A89-B46D-43D4FA54464D}"/>
          </ac:spMkLst>
        </pc:spChg>
        <pc:spChg chg="add">
          <ac:chgData name="Khurram Iqbal" userId="af32904b-6c78-4cff-8330-5f3a20d540de" providerId="ADAL" clId="{09C489F5-2A21-4877-91F8-67704DC47FEA}" dt="2025-02-16T14:24:17.564" v="6" actId="26606"/>
          <ac:spMkLst>
            <pc:docMk/>
            <pc:sldMk cId="307388253" sldId="257"/>
            <ac:spMk id="16" creationId="{2659FDB4-FCBE-4A89-B46D-43D4FA54464D}"/>
          </ac:spMkLst>
        </pc:spChg>
        <pc:graphicFrameChg chg="add mod modGraphic">
          <ac:chgData name="Khurram Iqbal" userId="af32904b-6c78-4cff-8330-5f3a20d540de" providerId="ADAL" clId="{09C489F5-2A21-4877-91F8-67704DC47FEA}" dt="2025-02-16T14:24:23.045" v="7" actId="1076"/>
          <ac:graphicFrameMkLst>
            <pc:docMk/>
            <pc:sldMk cId="307388253" sldId="257"/>
            <ac:graphicFrameMk id="5" creationId="{89C80DC6-A849-59EC-1959-A1B802C53EF8}"/>
          </ac:graphicFrameMkLst>
        </pc:graphicFrameChg>
        <pc:cxnChg chg="add del">
          <ac:chgData name="Khurram Iqbal" userId="af32904b-6c78-4cff-8330-5f3a20d540de" providerId="ADAL" clId="{09C489F5-2A21-4877-91F8-67704DC47FEA}" dt="2025-02-16T14:24:17.564" v="6" actId="26606"/>
          <ac:cxnSpMkLst>
            <pc:docMk/>
            <pc:sldMk cId="307388253" sldId="257"/>
            <ac:cxnSpMk id="11" creationId="{C8F51B3F-8331-4E4A-AE96-D47B1006EEAD}"/>
          </ac:cxnSpMkLst>
        </pc:cxnChg>
        <pc:cxnChg chg="add">
          <ac:chgData name="Khurram Iqbal" userId="af32904b-6c78-4cff-8330-5f3a20d540de" providerId="ADAL" clId="{09C489F5-2A21-4877-91F8-67704DC47FEA}" dt="2025-02-16T14:24:17.564" v="6" actId="26606"/>
          <ac:cxnSpMkLst>
            <pc:docMk/>
            <pc:sldMk cId="307388253" sldId="257"/>
            <ac:cxnSpMk id="18" creationId="{C8F51B3F-8331-4E4A-AE96-D47B1006EEAD}"/>
          </ac:cxnSpMkLst>
        </pc:cxnChg>
      </pc:sldChg>
      <pc:sldChg chg="addSp mod setBg">
        <pc:chgData name="Khurram Iqbal" userId="af32904b-6c78-4cff-8330-5f3a20d540de" providerId="ADAL" clId="{09C489F5-2A21-4877-91F8-67704DC47FEA}" dt="2025-02-16T14:24:50.197" v="9" actId="26606"/>
        <pc:sldMkLst>
          <pc:docMk/>
          <pc:sldMk cId="1771823843" sldId="315"/>
        </pc:sldMkLst>
        <pc:spChg chg="add">
          <ac:chgData name="Khurram Iqbal" userId="af32904b-6c78-4cff-8330-5f3a20d540de" providerId="ADAL" clId="{09C489F5-2A21-4877-91F8-67704DC47FEA}" dt="2025-02-16T14:24:50.197" v="9" actId="26606"/>
          <ac:spMkLst>
            <pc:docMk/>
            <pc:sldMk cId="1771823843" sldId="315"/>
            <ac:spMk id="9" creationId="{F3060C83-F051-4F0E-ABAD-AA0DFC48B218}"/>
          </ac:spMkLst>
        </pc:spChg>
        <pc:spChg chg="add">
          <ac:chgData name="Khurram Iqbal" userId="af32904b-6c78-4cff-8330-5f3a20d540de" providerId="ADAL" clId="{09C489F5-2A21-4877-91F8-67704DC47FEA}" dt="2025-02-16T14:24:50.197" v="9" actId="26606"/>
          <ac:spMkLst>
            <pc:docMk/>
            <pc:sldMk cId="1771823843" sldId="315"/>
            <ac:spMk id="11" creationId="{83C98ABE-055B-441F-B07E-44F97F083C39}"/>
          </ac:spMkLst>
        </pc:spChg>
        <pc:spChg chg="add">
          <ac:chgData name="Khurram Iqbal" userId="af32904b-6c78-4cff-8330-5f3a20d540de" providerId="ADAL" clId="{09C489F5-2A21-4877-91F8-67704DC47FEA}" dt="2025-02-16T14:24:50.197" v="9" actId="26606"/>
          <ac:spMkLst>
            <pc:docMk/>
            <pc:sldMk cId="1771823843" sldId="315"/>
            <ac:spMk id="13" creationId="{29FDB030-9B49-4CED-8CCD-4D99382388AC}"/>
          </ac:spMkLst>
        </pc:spChg>
        <pc:spChg chg="add">
          <ac:chgData name="Khurram Iqbal" userId="af32904b-6c78-4cff-8330-5f3a20d540de" providerId="ADAL" clId="{09C489F5-2A21-4877-91F8-67704DC47FEA}" dt="2025-02-16T14:24:50.197" v="9" actId="26606"/>
          <ac:spMkLst>
            <pc:docMk/>
            <pc:sldMk cId="1771823843" sldId="315"/>
            <ac:spMk id="15" creationId="{3783CA14-24A1-485C-8B30-D6A5D87987AD}"/>
          </ac:spMkLst>
        </pc:spChg>
        <pc:spChg chg="add">
          <ac:chgData name="Khurram Iqbal" userId="af32904b-6c78-4cff-8330-5f3a20d540de" providerId="ADAL" clId="{09C489F5-2A21-4877-91F8-67704DC47FEA}" dt="2025-02-16T14:24:50.197" v="9" actId="26606"/>
          <ac:spMkLst>
            <pc:docMk/>
            <pc:sldMk cId="1771823843" sldId="315"/>
            <ac:spMk id="17" creationId="{9A97C86A-04D6-40F7-AE84-31AB43E6A846}"/>
          </ac:spMkLst>
        </pc:spChg>
        <pc:spChg chg="add">
          <ac:chgData name="Khurram Iqbal" userId="af32904b-6c78-4cff-8330-5f3a20d540de" providerId="ADAL" clId="{09C489F5-2A21-4877-91F8-67704DC47FEA}" dt="2025-02-16T14:24:50.197" v="9" actId="26606"/>
          <ac:spMkLst>
            <pc:docMk/>
            <pc:sldMk cId="1771823843" sldId="315"/>
            <ac:spMk id="19" creationId="{FF9F2414-84E8-453E-B1F3-389FDE8192D9}"/>
          </ac:spMkLst>
        </pc:spChg>
        <pc:spChg chg="add">
          <ac:chgData name="Khurram Iqbal" userId="af32904b-6c78-4cff-8330-5f3a20d540de" providerId="ADAL" clId="{09C489F5-2A21-4877-91F8-67704DC47FEA}" dt="2025-02-16T14:24:50.197" v="9" actId="26606"/>
          <ac:spMkLst>
            <pc:docMk/>
            <pc:sldMk cId="1771823843" sldId="315"/>
            <ac:spMk id="21" creationId="{3ECA69A1-7536-43AC-85EF-C7106179F5ED}"/>
          </ac:spMkLst>
        </pc:spChg>
      </pc:sldChg>
      <pc:sldChg chg="addSp modSp mod setBg addAnim">
        <pc:chgData name="Khurram Iqbal" userId="af32904b-6c78-4cff-8330-5f3a20d540de" providerId="ADAL" clId="{09C489F5-2A21-4877-91F8-67704DC47FEA}" dt="2025-02-17T16:10:10.459" v="24" actId="403"/>
        <pc:sldMkLst>
          <pc:docMk/>
          <pc:sldMk cId="4153057627" sldId="318"/>
        </pc:sldMkLst>
        <pc:spChg chg="mod">
          <ac:chgData name="Khurram Iqbal" userId="af32904b-6c78-4cff-8330-5f3a20d540de" providerId="ADAL" clId="{09C489F5-2A21-4877-91F8-67704DC47FEA}" dt="2025-02-16T14:25:17.717" v="10" actId="26606"/>
          <ac:spMkLst>
            <pc:docMk/>
            <pc:sldMk cId="4153057627" sldId="318"/>
            <ac:spMk id="2" creationId="{00000000-0000-0000-0000-000000000000}"/>
          </ac:spMkLst>
        </pc:spChg>
        <pc:spChg chg="mod">
          <ac:chgData name="Khurram Iqbal" userId="af32904b-6c78-4cff-8330-5f3a20d540de" providerId="ADAL" clId="{09C489F5-2A21-4877-91F8-67704DC47FEA}" dt="2025-02-17T16:10:10.459" v="24" actId="403"/>
          <ac:spMkLst>
            <pc:docMk/>
            <pc:sldMk cId="4153057627" sldId="318"/>
            <ac:spMk id="5" creationId="{00000000-0000-0000-0000-000000000000}"/>
          </ac:spMkLst>
        </pc:spChg>
        <pc:spChg chg="add">
          <ac:chgData name="Khurram Iqbal" userId="af32904b-6c78-4cff-8330-5f3a20d540de" providerId="ADAL" clId="{09C489F5-2A21-4877-91F8-67704DC47FEA}" dt="2025-02-16T14:25:17.717" v="10" actId="26606"/>
          <ac:spMkLst>
            <pc:docMk/>
            <pc:sldMk cId="4153057627" sldId="318"/>
            <ac:spMk id="10" creationId="{327D73B4-9F5C-4A64-A179-51B9500CB8B5}"/>
          </ac:spMkLst>
        </pc:spChg>
        <pc:spChg chg="add">
          <ac:chgData name="Khurram Iqbal" userId="af32904b-6c78-4cff-8330-5f3a20d540de" providerId="ADAL" clId="{09C489F5-2A21-4877-91F8-67704DC47FEA}" dt="2025-02-16T14:25:17.717" v="10" actId="26606"/>
          <ac:spMkLst>
            <pc:docMk/>
            <pc:sldMk cId="4153057627" sldId="318"/>
            <ac:spMk id="12" creationId="{C1F06963-6374-4B48-844F-071A9BAAAE02}"/>
          </ac:spMkLst>
        </pc:spChg>
        <pc:spChg chg="add">
          <ac:chgData name="Khurram Iqbal" userId="af32904b-6c78-4cff-8330-5f3a20d540de" providerId="ADAL" clId="{09C489F5-2A21-4877-91F8-67704DC47FEA}" dt="2025-02-16T14:25:17.717" v="10" actId="26606"/>
          <ac:spMkLst>
            <pc:docMk/>
            <pc:sldMk cId="4153057627" sldId="318"/>
            <ac:spMk id="14" creationId="{6CB927A4-E432-4310-9CD5-E89FF5063179}"/>
          </ac:spMkLst>
        </pc:spChg>
        <pc:spChg chg="add">
          <ac:chgData name="Khurram Iqbal" userId="af32904b-6c78-4cff-8330-5f3a20d540de" providerId="ADAL" clId="{09C489F5-2A21-4877-91F8-67704DC47FEA}" dt="2025-02-16T14:25:17.717" v="10" actId="26606"/>
          <ac:spMkLst>
            <pc:docMk/>
            <pc:sldMk cId="4153057627" sldId="318"/>
            <ac:spMk id="16" creationId="{1453BF6C-B012-48B7-B4E8-6D7AC7C27D02}"/>
          </ac:spMkLst>
        </pc:spChg>
        <pc:spChg chg="add">
          <ac:chgData name="Khurram Iqbal" userId="af32904b-6c78-4cff-8330-5f3a20d540de" providerId="ADAL" clId="{09C489F5-2A21-4877-91F8-67704DC47FEA}" dt="2025-02-16T14:25:17.717" v="10" actId="26606"/>
          <ac:spMkLst>
            <pc:docMk/>
            <pc:sldMk cId="4153057627" sldId="318"/>
            <ac:spMk id="18" creationId="{E3020543-B24B-4EC4-8FFC-8DD88EEA91A8}"/>
          </ac:spMkLst>
        </pc:spChg>
        <pc:cxnChg chg="add">
          <ac:chgData name="Khurram Iqbal" userId="af32904b-6c78-4cff-8330-5f3a20d540de" providerId="ADAL" clId="{09C489F5-2A21-4877-91F8-67704DC47FEA}" dt="2025-02-16T14:25:17.717" v="10" actId="26606"/>
          <ac:cxnSpMkLst>
            <pc:docMk/>
            <pc:sldMk cId="4153057627" sldId="318"/>
            <ac:cxnSpMk id="20" creationId="{C49DA8F6-BCC1-4447-B54C-57856834B94B}"/>
          </ac:cxnSpMkLst>
        </pc:cxnChg>
      </pc:sldChg>
      <pc:sldChg chg="addSp modSp mod setBg">
        <pc:chgData name="Khurram Iqbal" userId="af32904b-6c78-4cff-8330-5f3a20d540de" providerId="ADAL" clId="{09C489F5-2A21-4877-91F8-67704DC47FEA}" dt="2025-02-16T14:25:32.059" v="12" actId="26606"/>
        <pc:sldMkLst>
          <pc:docMk/>
          <pc:sldMk cId="3758456038" sldId="319"/>
        </pc:sldMkLst>
        <pc:spChg chg="mod">
          <ac:chgData name="Khurram Iqbal" userId="af32904b-6c78-4cff-8330-5f3a20d540de" providerId="ADAL" clId="{09C489F5-2A21-4877-91F8-67704DC47FEA}" dt="2025-02-16T14:25:32.059" v="12" actId="26606"/>
          <ac:spMkLst>
            <pc:docMk/>
            <pc:sldMk cId="3758456038" sldId="319"/>
            <ac:spMk id="2" creationId="{00000000-0000-0000-0000-000000000000}"/>
          </ac:spMkLst>
        </pc:spChg>
        <pc:spChg chg="mod">
          <ac:chgData name="Khurram Iqbal" userId="af32904b-6c78-4cff-8330-5f3a20d540de" providerId="ADAL" clId="{09C489F5-2A21-4877-91F8-67704DC47FEA}" dt="2025-02-16T14:25:32.059" v="12" actId="26606"/>
          <ac:spMkLst>
            <pc:docMk/>
            <pc:sldMk cId="3758456038" sldId="319"/>
            <ac:spMk id="3" creationId="{00000000-0000-0000-0000-000000000000}"/>
          </ac:spMkLst>
        </pc:spChg>
        <pc:spChg chg="add">
          <ac:chgData name="Khurram Iqbal" userId="af32904b-6c78-4cff-8330-5f3a20d540de" providerId="ADAL" clId="{09C489F5-2A21-4877-91F8-67704DC47FEA}" dt="2025-02-16T14:25:32.059" v="12" actId="26606"/>
          <ac:spMkLst>
            <pc:docMk/>
            <pc:sldMk cId="3758456038" sldId="319"/>
            <ac:spMk id="9" creationId="{5BF4DF2C-F028-4921-9C23-41303F650A62}"/>
          </ac:spMkLst>
        </pc:spChg>
        <pc:spChg chg="add">
          <ac:chgData name="Khurram Iqbal" userId="af32904b-6c78-4cff-8330-5f3a20d540de" providerId="ADAL" clId="{09C489F5-2A21-4877-91F8-67704DC47FEA}" dt="2025-02-16T14:25:32.059" v="12" actId="26606"/>
          <ac:spMkLst>
            <pc:docMk/>
            <pc:sldMk cId="3758456038" sldId="319"/>
            <ac:spMk id="11" creationId="{158B3569-73B2-4D05-8E95-886A6EE17F1F}"/>
          </ac:spMkLst>
        </pc:spChg>
        <pc:grpChg chg="add">
          <ac:chgData name="Khurram Iqbal" userId="af32904b-6c78-4cff-8330-5f3a20d540de" providerId="ADAL" clId="{09C489F5-2A21-4877-91F8-67704DC47FEA}" dt="2025-02-16T14:25:32.059" v="12" actId="26606"/>
          <ac:grpSpMkLst>
            <pc:docMk/>
            <pc:sldMk cId="3758456038" sldId="319"/>
            <ac:grpSpMk id="15" creationId="{892B7B61-D701-474B-AE8F-EA238B550A78}"/>
          </ac:grpSpMkLst>
        </pc:grpChg>
        <pc:graphicFrameChg chg="mod modGraphic">
          <ac:chgData name="Khurram Iqbal" userId="af32904b-6c78-4cff-8330-5f3a20d540de" providerId="ADAL" clId="{09C489F5-2A21-4877-91F8-67704DC47FEA}" dt="2025-02-16T14:25:32.059" v="12" actId="26606"/>
          <ac:graphicFrameMkLst>
            <pc:docMk/>
            <pc:sldMk cId="3758456038" sldId="319"/>
            <ac:graphicFrameMk id="4" creationId="{00000000-0000-0000-0000-000000000000}"/>
          </ac:graphicFrameMkLst>
        </pc:graphicFrameChg>
        <pc:cxnChg chg="add">
          <ac:chgData name="Khurram Iqbal" userId="af32904b-6c78-4cff-8330-5f3a20d540de" providerId="ADAL" clId="{09C489F5-2A21-4877-91F8-67704DC47FEA}" dt="2025-02-16T14:25:32.059" v="12" actId="26606"/>
          <ac:cxnSpMkLst>
            <pc:docMk/>
            <pc:sldMk cId="3758456038" sldId="319"/>
            <ac:cxnSpMk id="13" creationId="{56020367-4FD5-4596-8E10-C5F095CD8DBF}"/>
          </ac:cxnSpMkLst>
        </pc:cxnChg>
      </pc:sldChg>
      <pc:sldChg chg="addSp modSp mod setBg">
        <pc:chgData name="Khurram Iqbal" userId="af32904b-6c78-4cff-8330-5f3a20d540de" providerId="ADAL" clId="{09C489F5-2A21-4877-91F8-67704DC47FEA}" dt="2025-02-16T14:26:25.345" v="13" actId="26606"/>
        <pc:sldMkLst>
          <pc:docMk/>
          <pc:sldMk cId="3961600034" sldId="331"/>
        </pc:sldMkLst>
        <pc:spChg chg="mo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03" creationId="{00000000-0000-0000-0000-000000000000}"/>
          </ac:spMkLst>
        </pc:spChg>
        <pc:spChg chg="mo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04" creationId="{00000000-0000-0000-0000-000000000000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09" creationId="{1709F1D5-B0F1-4714-A239-E5B61C161915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11" creationId="{228FB460-D3FF-4440-A020-05982A09E517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13" creationId="{14847E93-7DC1-4D4B-8829-B19AA7137C50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15" creationId="{5566D6E1-03A1-4D73-A4E0-35D74D568A04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17" creationId="{9F835A99-04AC-494A-A572-AFE8413CC938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19" creationId="{7B786209-1B0B-4CA9-9BDD-F7327066A84D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21" creationId="{2D2964BB-484D-45AE-AD66-D407D0629652}"/>
          </ac:spMkLst>
        </pc:spChg>
        <pc:spChg chg="add">
          <ac:chgData name="Khurram Iqbal" userId="af32904b-6c78-4cff-8330-5f3a20d540de" providerId="ADAL" clId="{09C489F5-2A21-4877-91F8-67704DC47FEA}" dt="2025-02-16T14:26:25.345" v="13" actId="26606"/>
          <ac:spMkLst>
            <pc:docMk/>
            <pc:sldMk cId="3961600034" sldId="331"/>
            <ac:spMk id="25623" creationId="{6691AC69-A76E-4DAB-B565-468B6B87ACF3}"/>
          </ac:spMkLst>
        </pc:spChg>
      </pc:sldChg>
      <pc:sldChg chg="addSp delSp modSp mod setBg">
        <pc:chgData name="Khurram Iqbal" userId="af32904b-6c78-4cff-8330-5f3a20d540de" providerId="ADAL" clId="{09C489F5-2A21-4877-91F8-67704DC47FEA}" dt="2025-02-16T14:26:53.064" v="18" actId="26606"/>
        <pc:sldMkLst>
          <pc:docMk/>
          <pc:sldMk cId="313091074" sldId="339"/>
        </pc:sldMkLst>
        <pc:spChg chg="mo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" creationId="{00000000-0000-0000-0000-000000000000}"/>
          </ac:spMkLst>
        </pc:spChg>
        <pc:spChg chg="mo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03" creationId="{00000000-0000-0000-0000-000000000000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08" creationId="{1709F1D5-B0F1-4714-A239-E5B61C161915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10" creationId="{228FB460-D3FF-4440-A020-05982A09E517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12" creationId="{14847E93-7DC1-4D4B-8829-B19AA7137C50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14" creationId="{5566D6E1-03A1-4D73-A4E0-35D74D568A04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16" creationId="{9F835A99-04AC-494A-A572-AFE8413CC938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18" creationId="{7B786209-1B0B-4CA9-9BDD-F7327066A84D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20" creationId="{2D2964BB-484D-45AE-AD66-D407D0629652}"/>
          </ac:spMkLst>
        </pc:spChg>
        <pc:spChg chg="add del">
          <ac:chgData name="Khurram Iqbal" userId="af32904b-6c78-4cff-8330-5f3a20d540de" providerId="ADAL" clId="{09C489F5-2A21-4877-91F8-67704DC47FEA}" dt="2025-02-16T14:26:51.628" v="15" actId="26606"/>
          <ac:spMkLst>
            <pc:docMk/>
            <pc:sldMk cId="313091074" sldId="339"/>
            <ac:spMk id="25622" creationId="{6691AC69-A76E-4DAB-B565-468B6B87ACF3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24" creationId="{E92FEB64-6EEA-4759-B4A4-BD2C1E660BA8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25" creationId="{B10BB131-AC8E-4A8E-A5D1-36260F720C3B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26" creationId="{14847E93-7DC1-4D4B-8829-B19AA7137C50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27" creationId="{5566D6E1-03A1-4D73-A4E0-35D74D568A04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28" creationId="{9F835A99-04AC-494A-A572-AFE8413CC938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29" creationId="{7B786209-1B0B-4CA9-9BDD-F7327066A84D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30" creationId="{2D2964BB-484D-45AE-AD66-D407D0629652}"/>
          </ac:spMkLst>
        </pc:spChg>
        <pc:spChg chg="add del">
          <ac:chgData name="Khurram Iqbal" userId="af32904b-6c78-4cff-8330-5f3a20d540de" providerId="ADAL" clId="{09C489F5-2A21-4877-91F8-67704DC47FEA}" dt="2025-02-16T14:26:53.048" v="17" actId="26606"/>
          <ac:spMkLst>
            <pc:docMk/>
            <pc:sldMk cId="313091074" sldId="339"/>
            <ac:spMk id="25631" creationId="{6691AC69-A76E-4DAB-B565-468B6B87ACF3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33" creationId="{1709F1D5-B0F1-4714-A239-E5B61C161915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34" creationId="{228FB460-D3FF-4440-A020-05982A09E517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35" creationId="{14847E93-7DC1-4D4B-8829-B19AA7137C50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36" creationId="{5566D6E1-03A1-4D73-A4E0-35D74D568A04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37" creationId="{9F835A99-04AC-494A-A572-AFE8413CC938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38" creationId="{7B786209-1B0B-4CA9-9BDD-F7327066A84D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39" creationId="{2D2964BB-484D-45AE-AD66-D407D0629652}"/>
          </ac:spMkLst>
        </pc:spChg>
        <pc:spChg chg="add">
          <ac:chgData name="Khurram Iqbal" userId="af32904b-6c78-4cff-8330-5f3a20d540de" providerId="ADAL" clId="{09C489F5-2A21-4877-91F8-67704DC47FEA}" dt="2025-02-16T14:26:53.064" v="18" actId="26606"/>
          <ac:spMkLst>
            <pc:docMk/>
            <pc:sldMk cId="313091074" sldId="339"/>
            <ac:spMk id="25640" creationId="{6691AC69-A76E-4DAB-B565-468B6B87ACF3}"/>
          </ac:spMkLst>
        </pc:spChg>
      </pc:sldChg>
      <pc:sldChg chg="delSp add setBg delDesignElem">
        <pc:chgData name="Khurram Iqbal" userId="af32904b-6c78-4cff-8330-5f3a20d540de" providerId="ADAL" clId="{09C489F5-2A21-4877-91F8-67704DC47FEA}" dt="2025-02-16T14:23:38.134" v="1"/>
        <pc:sldMkLst>
          <pc:docMk/>
          <pc:sldMk cId="559856452" sldId="444"/>
        </pc:sldMkLst>
        <pc:spChg chg="del">
          <ac:chgData name="Khurram Iqbal" userId="af32904b-6c78-4cff-8330-5f3a20d540de" providerId="ADAL" clId="{09C489F5-2A21-4877-91F8-67704DC47FEA}" dt="2025-02-16T14:23:38.134" v="1"/>
          <ac:spMkLst>
            <pc:docMk/>
            <pc:sldMk cId="559856452" sldId="444"/>
            <ac:spMk id="7" creationId="{42A4FC2C-047E-45A5-965D-8E1E3BF09BC6}"/>
          </ac:spMkLst>
        </pc:spChg>
      </pc:sldChg>
    </pc:docChg>
  </pc:docChgLst>
  <pc:docChgLst>
    <pc:chgData name="Rizwan Rashid" userId="12b6bffb-8fd7-410a-bd1e-f473b901c3a4" providerId="ADAL" clId="{03F3EFAF-02C4-4884-8E70-E737D604A867}"/>
    <pc:docChg chg="custSel delSld modSld">
      <pc:chgData name="Rizwan Rashid" userId="12b6bffb-8fd7-410a-bd1e-f473b901c3a4" providerId="ADAL" clId="{03F3EFAF-02C4-4884-8E70-E737D604A867}" dt="2022-09-20T05:37:39.630" v="9" actId="47"/>
      <pc:docMkLst>
        <pc:docMk/>
      </pc:docMkLst>
      <pc:sldChg chg="modSp mod">
        <pc:chgData name="Rizwan Rashid" userId="12b6bffb-8fd7-410a-bd1e-f473b901c3a4" providerId="ADAL" clId="{03F3EFAF-02C4-4884-8E70-E737D604A867}" dt="2022-09-20T05:32:06.107" v="3" actId="27636"/>
        <pc:sldMkLst>
          <pc:docMk/>
          <pc:sldMk cId="307388253" sldId="257"/>
        </pc:sldMkLst>
      </pc:sldChg>
      <pc:sldChg chg="del">
        <pc:chgData name="Rizwan Rashid" userId="12b6bffb-8fd7-410a-bd1e-f473b901c3a4" providerId="ADAL" clId="{03F3EFAF-02C4-4884-8E70-E737D604A867}" dt="2022-09-20T05:37:39.630" v="9" actId="47"/>
        <pc:sldMkLst>
          <pc:docMk/>
          <pc:sldMk cId="3757270707" sldId="258"/>
        </pc:sldMkLst>
      </pc:sldChg>
      <pc:sldChg chg="del">
        <pc:chgData name="Rizwan Rashid" userId="12b6bffb-8fd7-410a-bd1e-f473b901c3a4" providerId="ADAL" clId="{03F3EFAF-02C4-4884-8E70-E737D604A867}" dt="2022-09-20T05:36:44.270" v="5" actId="47"/>
        <pc:sldMkLst>
          <pc:docMk/>
          <pc:sldMk cId="1961996845" sldId="273"/>
        </pc:sldMkLst>
      </pc:sldChg>
      <pc:sldChg chg="del">
        <pc:chgData name="Rizwan Rashid" userId="12b6bffb-8fd7-410a-bd1e-f473b901c3a4" providerId="ADAL" clId="{03F3EFAF-02C4-4884-8E70-E737D604A867}" dt="2022-09-20T05:36:44.270" v="5" actId="47"/>
        <pc:sldMkLst>
          <pc:docMk/>
          <pc:sldMk cId="1594569163" sldId="281"/>
        </pc:sldMkLst>
      </pc:sldChg>
      <pc:sldChg chg="del">
        <pc:chgData name="Rizwan Rashid" userId="12b6bffb-8fd7-410a-bd1e-f473b901c3a4" providerId="ADAL" clId="{03F3EFAF-02C4-4884-8E70-E737D604A867}" dt="2022-09-20T05:37:14.876" v="6" actId="47"/>
        <pc:sldMkLst>
          <pc:docMk/>
          <pc:sldMk cId="4293651080" sldId="288"/>
        </pc:sldMkLst>
      </pc:sldChg>
      <pc:sldChg chg="del">
        <pc:chgData name="Rizwan Rashid" userId="12b6bffb-8fd7-410a-bd1e-f473b901c3a4" providerId="ADAL" clId="{03F3EFAF-02C4-4884-8E70-E737D604A867}" dt="2022-09-20T05:37:16.627" v="7" actId="47"/>
        <pc:sldMkLst>
          <pc:docMk/>
          <pc:sldMk cId="3708943837" sldId="289"/>
        </pc:sldMkLst>
      </pc:sldChg>
      <pc:sldChg chg="del">
        <pc:chgData name="Rizwan Rashid" userId="12b6bffb-8fd7-410a-bd1e-f473b901c3a4" providerId="ADAL" clId="{03F3EFAF-02C4-4884-8E70-E737D604A867}" dt="2022-09-20T05:37:19.287" v="8" actId="47"/>
        <pc:sldMkLst>
          <pc:docMk/>
          <pc:sldMk cId="4011001386" sldId="290"/>
        </pc:sldMkLst>
      </pc:sldChg>
      <pc:sldChg chg="del">
        <pc:chgData name="Rizwan Rashid" userId="12b6bffb-8fd7-410a-bd1e-f473b901c3a4" providerId="ADAL" clId="{03F3EFAF-02C4-4884-8E70-E737D604A867}" dt="2022-09-20T05:37:39.630" v="9" actId="47"/>
        <pc:sldMkLst>
          <pc:docMk/>
          <pc:sldMk cId="7988745" sldId="293"/>
        </pc:sldMkLst>
      </pc:sldChg>
      <pc:sldChg chg="del">
        <pc:chgData name="Rizwan Rashid" userId="12b6bffb-8fd7-410a-bd1e-f473b901c3a4" providerId="ADAL" clId="{03F3EFAF-02C4-4884-8E70-E737D604A867}" dt="2022-09-20T05:36:44.270" v="5" actId="47"/>
        <pc:sldMkLst>
          <pc:docMk/>
          <pc:sldMk cId="764902215" sldId="295"/>
        </pc:sldMkLst>
      </pc:sldChg>
      <pc:sldChg chg="del">
        <pc:chgData name="Rizwan Rashid" userId="12b6bffb-8fd7-410a-bd1e-f473b901c3a4" providerId="ADAL" clId="{03F3EFAF-02C4-4884-8E70-E737D604A867}" dt="2022-09-20T05:36:44.270" v="5" actId="47"/>
        <pc:sldMkLst>
          <pc:docMk/>
          <pc:sldMk cId="2232392531" sldId="296"/>
        </pc:sldMkLst>
      </pc:sldChg>
      <pc:sldChg chg="del">
        <pc:chgData name="Rizwan Rashid" userId="12b6bffb-8fd7-410a-bd1e-f473b901c3a4" providerId="ADAL" clId="{03F3EFAF-02C4-4884-8E70-E737D604A867}" dt="2022-09-20T05:34:11.914" v="4" actId="47"/>
        <pc:sldMkLst>
          <pc:docMk/>
          <pc:sldMk cId="598754948" sldId="323"/>
        </pc:sldMkLst>
      </pc:sldChg>
      <pc:sldChg chg="del">
        <pc:chgData name="Rizwan Rashid" userId="12b6bffb-8fd7-410a-bd1e-f473b901c3a4" providerId="ADAL" clId="{03F3EFAF-02C4-4884-8E70-E737D604A867}" dt="2022-09-20T05:34:11.914" v="4" actId="47"/>
        <pc:sldMkLst>
          <pc:docMk/>
          <pc:sldMk cId="1057669857" sldId="324"/>
        </pc:sldMkLst>
      </pc:sldChg>
      <pc:sldChg chg="del">
        <pc:chgData name="Rizwan Rashid" userId="12b6bffb-8fd7-410a-bd1e-f473b901c3a4" providerId="ADAL" clId="{03F3EFAF-02C4-4884-8E70-E737D604A867}" dt="2022-09-20T05:34:11.914" v="4" actId="47"/>
        <pc:sldMkLst>
          <pc:docMk/>
          <pc:sldMk cId="358801155" sldId="325"/>
        </pc:sldMkLst>
      </pc:sldChg>
      <pc:sldChg chg="del">
        <pc:chgData name="Rizwan Rashid" userId="12b6bffb-8fd7-410a-bd1e-f473b901c3a4" providerId="ADAL" clId="{03F3EFAF-02C4-4884-8E70-E737D604A867}" dt="2022-09-20T05:34:11.914" v="4" actId="47"/>
        <pc:sldMkLst>
          <pc:docMk/>
          <pc:sldMk cId="889340073" sldId="326"/>
        </pc:sldMkLst>
      </pc:sldChg>
      <pc:sldChg chg="del">
        <pc:chgData name="Rizwan Rashid" userId="12b6bffb-8fd7-410a-bd1e-f473b901c3a4" providerId="ADAL" clId="{03F3EFAF-02C4-4884-8E70-E737D604A867}" dt="2022-09-20T05:34:11.914" v="4" actId="47"/>
        <pc:sldMkLst>
          <pc:docMk/>
          <pc:sldMk cId="3931174852" sldId="327"/>
        </pc:sldMkLst>
      </pc:sldChg>
      <pc:sldChg chg="del">
        <pc:chgData name="Rizwan Rashid" userId="12b6bffb-8fd7-410a-bd1e-f473b901c3a4" providerId="ADAL" clId="{03F3EFAF-02C4-4884-8E70-E737D604A867}" dt="2022-09-20T05:34:11.914" v="4" actId="47"/>
        <pc:sldMkLst>
          <pc:docMk/>
          <pc:sldMk cId="2413847819" sldId="328"/>
        </pc:sldMkLst>
      </pc:sldChg>
      <pc:sldChg chg="del">
        <pc:chgData name="Rizwan Rashid" userId="12b6bffb-8fd7-410a-bd1e-f473b901c3a4" providerId="ADAL" clId="{03F3EFAF-02C4-4884-8E70-E737D604A867}" dt="2022-09-20T05:36:44.270" v="5" actId="47"/>
        <pc:sldMkLst>
          <pc:docMk/>
          <pc:sldMk cId="1482850785" sldId="335"/>
        </pc:sldMkLst>
      </pc:sldChg>
      <pc:sldChg chg="del">
        <pc:chgData name="Rizwan Rashid" userId="12b6bffb-8fd7-410a-bd1e-f473b901c3a4" providerId="ADAL" clId="{03F3EFAF-02C4-4884-8E70-E737D604A867}" dt="2022-09-20T05:36:44.270" v="5" actId="47"/>
        <pc:sldMkLst>
          <pc:docMk/>
          <pc:sldMk cId="123489768" sldId="33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B2C88F-CF64-47EB-888D-7DE85A27F50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3DAFD5-7BC8-4492-8D7A-824DFD7A436B}">
      <dgm:prSet/>
      <dgm:spPr/>
      <dgm:t>
        <a:bodyPr/>
        <a:lstStyle/>
        <a:p>
          <a:r>
            <a:rPr lang="en-US"/>
            <a:t>Java Primitive Data Types</a:t>
          </a:r>
        </a:p>
      </dgm:t>
    </dgm:pt>
    <dgm:pt modelId="{D64D8E4A-F6F1-4349-B98E-1463D645CD5D}" type="parTrans" cxnId="{16351D0C-E98E-4F71-8165-D5C30C587463}">
      <dgm:prSet/>
      <dgm:spPr/>
      <dgm:t>
        <a:bodyPr/>
        <a:lstStyle/>
        <a:p>
          <a:endParaRPr lang="en-US"/>
        </a:p>
      </dgm:t>
    </dgm:pt>
    <dgm:pt modelId="{9353E323-5AA8-4B12-B015-07348CA470D2}" type="sibTrans" cxnId="{16351D0C-E98E-4F71-8165-D5C30C587463}">
      <dgm:prSet/>
      <dgm:spPr/>
      <dgm:t>
        <a:bodyPr/>
        <a:lstStyle/>
        <a:p>
          <a:endParaRPr lang="en-US"/>
        </a:p>
      </dgm:t>
    </dgm:pt>
    <dgm:pt modelId="{00C4DA01-2C10-48D1-908C-077EDF380D74}">
      <dgm:prSet/>
      <dgm:spPr/>
      <dgm:t>
        <a:bodyPr/>
        <a:lstStyle/>
        <a:p>
          <a:r>
            <a:rPr lang="en-US"/>
            <a:t>Literals – Numeric Literals</a:t>
          </a:r>
        </a:p>
      </dgm:t>
    </dgm:pt>
    <dgm:pt modelId="{96A97BA6-39B4-425E-9CFB-8F5690675767}" type="parTrans" cxnId="{FFF4F3E8-F8D0-4DA0-8940-DC1F3A6A35D8}">
      <dgm:prSet/>
      <dgm:spPr/>
      <dgm:t>
        <a:bodyPr/>
        <a:lstStyle/>
        <a:p>
          <a:endParaRPr lang="en-US"/>
        </a:p>
      </dgm:t>
    </dgm:pt>
    <dgm:pt modelId="{F96AD1DC-4FBD-4A75-A804-68CA4E945623}" type="sibTrans" cxnId="{FFF4F3E8-F8D0-4DA0-8940-DC1F3A6A35D8}">
      <dgm:prSet/>
      <dgm:spPr/>
      <dgm:t>
        <a:bodyPr/>
        <a:lstStyle/>
        <a:p>
          <a:endParaRPr lang="en-US"/>
        </a:p>
      </dgm:t>
    </dgm:pt>
    <dgm:pt modelId="{D08B6B74-61B4-450F-86C8-BAFED7CB54B3}">
      <dgm:prSet/>
      <dgm:spPr/>
      <dgm:t>
        <a:bodyPr/>
        <a:lstStyle/>
        <a:p>
          <a:r>
            <a:rPr lang="en-US"/>
            <a:t>Assignment Statement and Assignment Expression</a:t>
          </a:r>
        </a:p>
      </dgm:t>
    </dgm:pt>
    <dgm:pt modelId="{C7EBA701-E666-42AE-AC61-3EE2AEA4D445}" type="parTrans" cxnId="{0C25F020-B10E-481E-B2D8-444486A96D55}">
      <dgm:prSet/>
      <dgm:spPr/>
      <dgm:t>
        <a:bodyPr/>
        <a:lstStyle/>
        <a:p>
          <a:endParaRPr lang="en-US"/>
        </a:p>
      </dgm:t>
    </dgm:pt>
    <dgm:pt modelId="{B8D7F6D6-07F2-4444-BD71-E34EBA8E3094}" type="sibTrans" cxnId="{0C25F020-B10E-481E-B2D8-444486A96D55}">
      <dgm:prSet/>
      <dgm:spPr/>
      <dgm:t>
        <a:bodyPr/>
        <a:lstStyle/>
        <a:p>
          <a:endParaRPr lang="en-US"/>
        </a:p>
      </dgm:t>
    </dgm:pt>
    <dgm:pt modelId="{2E86DC80-07EF-475B-A609-FE38B1B4EF52}">
      <dgm:prSet/>
      <dgm:spPr/>
      <dgm:t>
        <a:bodyPr/>
        <a:lstStyle/>
        <a:p>
          <a:r>
            <a:rPr lang="en-US"/>
            <a:t>Augmented Assignment Operators</a:t>
          </a:r>
        </a:p>
      </dgm:t>
    </dgm:pt>
    <dgm:pt modelId="{CD07C9BB-1F31-4E0E-8AE1-05C903E9D6AE}" type="parTrans" cxnId="{5F1E8171-7D18-4710-808C-18E50F31D421}">
      <dgm:prSet/>
      <dgm:spPr/>
      <dgm:t>
        <a:bodyPr/>
        <a:lstStyle/>
        <a:p>
          <a:endParaRPr lang="en-US"/>
        </a:p>
      </dgm:t>
    </dgm:pt>
    <dgm:pt modelId="{8F13A697-9237-48B0-81C4-D1482BCA4189}" type="sibTrans" cxnId="{5F1E8171-7D18-4710-808C-18E50F31D421}">
      <dgm:prSet/>
      <dgm:spPr/>
      <dgm:t>
        <a:bodyPr/>
        <a:lstStyle/>
        <a:p>
          <a:endParaRPr lang="en-US"/>
        </a:p>
      </dgm:t>
    </dgm:pt>
    <dgm:pt modelId="{FCFE8250-B40D-4DE0-8983-AD5B227AF7B4}">
      <dgm:prSet/>
      <dgm:spPr/>
      <dgm:t>
        <a:bodyPr/>
        <a:lstStyle/>
        <a:p>
          <a:r>
            <a:rPr lang="en-US"/>
            <a:t>Type Casting</a:t>
          </a:r>
        </a:p>
      </dgm:t>
    </dgm:pt>
    <dgm:pt modelId="{688ADD98-6E82-44EA-B369-AD0BF93B892A}" type="parTrans" cxnId="{4F254CF3-92FF-46CD-B722-A18003382BFA}">
      <dgm:prSet/>
      <dgm:spPr/>
      <dgm:t>
        <a:bodyPr/>
        <a:lstStyle/>
        <a:p>
          <a:endParaRPr lang="en-US"/>
        </a:p>
      </dgm:t>
    </dgm:pt>
    <dgm:pt modelId="{527A38A9-098A-42BC-AC60-7A2BD8E833D4}" type="sibTrans" cxnId="{4F254CF3-92FF-46CD-B722-A18003382BFA}">
      <dgm:prSet/>
      <dgm:spPr/>
      <dgm:t>
        <a:bodyPr/>
        <a:lstStyle/>
        <a:p>
          <a:endParaRPr lang="en-US"/>
        </a:p>
      </dgm:t>
    </dgm:pt>
    <dgm:pt modelId="{A5AEEF77-3408-4DE5-8732-226ECFC08691}">
      <dgm:prSet/>
      <dgm:spPr/>
      <dgm:t>
        <a:bodyPr/>
        <a:lstStyle/>
        <a:p>
          <a:r>
            <a:rPr lang="en-US" dirty="0"/>
            <a:t>Class String</a:t>
          </a:r>
        </a:p>
      </dgm:t>
    </dgm:pt>
    <dgm:pt modelId="{DBF8D0DB-943A-40B6-B9DE-7D96B4E98E2D}" type="parTrans" cxnId="{C22BEE02-767A-48B6-BED1-F74ECFBA5377}">
      <dgm:prSet/>
      <dgm:spPr/>
      <dgm:t>
        <a:bodyPr/>
        <a:lstStyle/>
        <a:p>
          <a:endParaRPr lang="en-US"/>
        </a:p>
      </dgm:t>
    </dgm:pt>
    <dgm:pt modelId="{DB4103A3-4924-4B99-A6CA-79DE38995180}" type="sibTrans" cxnId="{C22BEE02-767A-48B6-BED1-F74ECFBA5377}">
      <dgm:prSet/>
      <dgm:spPr/>
      <dgm:t>
        <a:bodyPr/>
        <a:lstStyle/>
        <a:p>
          <a:endParaRPr lang="en-US"/>
        </a:p>
      </dgm:t>
    </dgm:pt>
    <dgm:pt modelId="{93B04885-0103-4BEC-81CE-4EA883946156}" type="pres">
      <dgm:prSet presAssocID="{0DB2C88F-CF64-47EB-888D-7DE85A27F509}" presName="linear" presStyleCnt="0">
        <dgm:presLayoutVars>
          <dgm:animLvl val="lvl"/>
          <dgm:resizeHandles val="exact"/>
        </dgm:presLayoutVars>
      </dgm:prSet>
      <dgm:spPr/>
    </dgm:pt>
    <dgm:pt modelId="{F0B8E4ED-0C0D-4A0F-B5A0-3E01F7A0DABB}" type="pres">
      <dgm:prSet presAssocID="{453DAFD5-7BC8-4492-8D7A-824DFD7A436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0C9DF39-7302-4A6F-BA43-8D7BE36420CA}" type="pres">
      <dgm:prSet presAssocID="{9353E323-5AA8-4B12-B015-07348CA470D2}" presName="spacer" presStyleCnt="0"/>
      <dgm:spPr/>
    </dgm:pt>
    <dgm:pt modelId="{7DCC83B2-39B9-439E-9DF2-8BFE199CC80A}" type="pres">
      <dgm:prSet presAssocID="{00C4DA01-2C10-48D1-908C-077EDF380D7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AC21C02-152C-49B9-9678-71FCD7247E12}" type="pres">
      <dgm:prSet presAssocID="{F96AD1DC-4FBD-4A75-A804-68CA4E945623}" presName="spacer" presStyleCnt="0"/>
      <dgm:spPr/>
    </dgm:pt>
    <dgm:pt modelId="{F5AED2B7-FEB8-4906-AD82-559D23DC05DB}" type="pres">
      <dgm:prSet presAssocID="{D08B6B74-61B4-450F-86C8-BAFED7CB54B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93E1082-E97B-4D53-B887-5EE1150797A7}" type="pres">
      <dgm:prSet presAssocID="{B8D7F6D6-07F2-4444-BD71-E34EBA8E3094}" presName="spacer" presStyleCnt="0"/>
      <dgm:spPr/>
    </dgm:pt>
    <dgm:pt modelId="{709F8340-8902-4DF7-8A32-0DBAF8B75879}" type="pres">
      <dgm:prSet presAssocID="{2E86DC80-07EF-475B-A609-FE38B1B4EF5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0069A28-ADE2-4F72-8B21-6D40D979FB66}" type="pres">
      <dgm:prSet presAssocID="{8F13A697-9237-48B0-81C4-D1482BCA4189}" presName="spacer" presStyleCnt="0"/>
      <dgm:spPr/>
    </dgm:pt>
    <dgm:pt modelId="{2A67EF12-D597-4AE3-BEE4-0B7196F545BE}" type="pres">
      <dgm:prSet presAssocID="{FCFE8250-B40D-4DE0-8983-AD5B227AF7B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155F8AB-FC2B-41B8-9E9A-934501BF8C55}" type="pres">
      <dgm:prSet presAssocID="{527A38A9-098A-42BC-AC60-7A2BD8E833D4}" presName="spacer" presStyleCnt="0"/>
      <dgm:spPr/>
    </dgm:pt>
    <dgm:pt modelId="{2262B356-4635-4C64-A11B-E5CEFC85EF10}" type="pres">
      <dgm:prSet presAssocID="{A5AEEF77-3408-4DE5-8732-226ECFC0869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22BEE02-767A-48B6-BED1-F74ECFBA5377}" srcId="{0DB2C88F-CF64-47EB-888D-7DE85A27F509}" destId="{A5AEEF77-3408-4DE5-8732-226ECFC08691}" srcOrd="5" destOrd="0" parTransId="{DBF8D0DB-943A-40B6-B9DE-7D96B4E98E2D}" sibTransId="{DB4103A3-4924-4B99-A6CA-79DE38995180}"/>
    <dgm:cxn modelId="{16351D0C-E98E-4F71-8165-D5C30C587463}" srcId="{0DB2C88F-CF64-47EB-888D-7DE85A27F509}" destId="{453DAFD5-7BC8-4492-8D7A-824DFD7A436B}" srcOrd="0" destOrd="0" parTransId="{D64D8E4A-F6F1-4349-B98E-1463D645CD5D}" sibTransId="{9353E323-5AA8-4B12-B015-07348CA470D2}"/>
    <dgm:cxn modelId="{2EF13618-6E98-4184-9115-2DF332E84918}" type="presOf" srcId="{0DB2C88F-CF64-47EB-888D-7DE85A27F509}" destId="{93B04885-0103-4BEC-81CE-4EA883946156}" srcOrd="0" destOrd="0" presId="urn:microsoft.com/office/officeart/2005/8/layout/vList2"/>
    <dgm:cxn modelId="{75CA801C-A2A6-4FE6-95A6-1DED0ECCA1F4}" type="presOf" srcId="{D08B6B74-61B4-450F-86C8-BAFED7CB54B3}" destId="{F5AED2B7-FEB8-4906-AD82-559D23DC05DB}" srcOrd="0" destOrd="0" presId="urn:microsoft.com/office/officeart/2005/8/layout/vList2"/>
    <dgm:cxn modelId="{679E5520-D0D7-4A60-BC58-12D1580CE5BA}" type="presOf" srcId="{00C4DA01-2C10-48D1-908C-077EDF380D74}" destId="{7DCC83B2-39B9-439E-9DF2-8BFE199CC80A}" srcOrd="0" destOrd="0" presId="urn:microsoft.com/office/officeart/2005/8/layout/vList2"/>
    <dgm:cxn modelId="{0C25F020-B10E-481E-B2D8-444486A96D55}" srcId="{0DB2C88F-CF64-47EB-888D-7DE85A27F509}" destId="{D08B6B74-61B4-450F-86C8-BAFED7CB54B3}" srcOrd="2" destOrd="0" parTransId="{C7EBA701-E666-42AE-AC61-3EE2AEA4D445}" sibTransId="{B8D7F6D6-07F2-4444-BD71-E34EBA8E3094}"/>
    <dgm:cxn modelId="{8AD62948-E6ED-431C-B3CE-E041D09191BC}" type="presOf" srcId="{453DAFD5-7BC8-4492-8D7A-824DFD7A436B}" destId="{F0B8E4ED-0C0D-4A0F-B5A0-3E01F7A0DABB}" srcOrd="0" destOrd="0" presId="urn:microsoft.com/office/officeart/2005/8/layout/vList2"/>
    <dgm:cxn modelId="{5F1E8171-7D18-4710-808C-18E50F31D421}" srcId="{0DB2C88F-CF64-47EB-888D-7DE85A27F509}" destId="{2E86DC80-07EF-475B-A609-FE38B1B4EF52}" srcOrd="3" destOrd="0" parTransId="{CD07C9BB-1F31-4E0E-8AE1-05C903E9D6AE}" sibTransId="{8F13A697-9237-48B0-81C4-D1482BCA4189}"/>
    <dgm:cxn modelId="{5FC82087-E931-46C1-B9B8-B00CEB9B73A9}" type="presOf" srcId="{FCFE8250-B40D-4DE0-8983-AD5B227AF7B4}" destId="{2A67EF12-D597-4AE3-BEE4-0B7196F545BE}" srcOrd="0" destOrd="0" presId="urn:microsoft.com/office/officeart/2005/8/layout/vList2"/>
    <dgm:cxn modelId="{8C4D8BD3-DE39-42A2-95EE-7BADB2B77E51}" type="presOf" srcId="{A5AEEF77-3408-4DE5-8732-226ECFC08691}" destId="{2262B356-4635-4C64-A11B-E5CEFC85EF10}" srcOrd="0" destOrd="0" presId="urn:microsoft.com/office/officeart/2005/8/layout/vList2"/>
    <dgm:cxn modelId="{269AA9D7-F2DE-469F-B4E0-36F456C8F608}" type="presOf" srcId="{2E86DC80-07EF-475B-A609-FE38B1B4EF52}" destId="{709F8340-8902-4DF7-8A32-0DBAF8B75879}" srcOrd="0" destOrd="0" presId="urn:microsoft.com/office/officeart/2005/8/layout/vList2"/>
    <dgm:cxn modelId="{FFF4F3E8-F8D0-4DA0-8940-DC1F3A6A35D8}" srcId="{0DB2C88F-CF64-47EB-888D-7DE85A27F509}" destId="{00C4DA01-2C10-48D1-908C-077EDF380D74}" srcOrd="1" destOrd="0" parTransId="{96A97BA6-39B4-425E-9CFB-8F5690675767}" sibTransId="{F96AD1DC-4FBD-4A75-A804-68CA4E945623}"/>
    <dgm:cxn modelId="{4F254CF3-92FF-46CD-B722-A18003382BFA}" srcId="{0DB2C88F-CF64-47EB-888D-7DE85A27F509}" destId="{FCFE8250-B40D-4DE0-8983-AD5B227AF7B4}" srcOrd="4" destOrd="0" parTransId="{688ADD98-6E82-44EA-B369-AD0BF93B892A}" sibTransId="{527A38A9-098A-42BC-AC60-7A2BD8E833D4}"/>
    <dgm:cxn modelId="{9DD03446-E853-4321-8B86-414E3051A2A4}" type="presParOf" srcId="{93B04885-0103-4BEC-81CE-4EA883946156}" destId="{F0B8E4ED-0C0D-4A0F-B5A0-3E01F7A0DABB}" srcOrd="0" destOrd="0" presId="urn:microsoft.com/office/officeart/2005/8/layout/vList2"/>
    <dgm:cxn modelId="{6256E3BC-2BD7-4998-A740-46C202F14EA1}" type="presParOf" srcId="{93B04885-0103-4BEC-81CE-4EA883946156}" destId="{C0C9DF39-7302-4A6F-BA43-8D7BE36420CA}" srcOrd="1" destOrd="0" presId="urn:microsoft.com/office/officeart/2005/8/layout/vList2"/>
    <dgm:cxn modelId="{1211AB78-E601-48AC-A49D-EBF6F20E7EDB}" type="presParOf" srcId="{93B04885-0103-4BEC-81CE-4EA883946156}" destId="{7DCC83B2-39B9-439E-9DF2-8BFE199CC80A}" srcOrd="2" destOrd="0" presId="urn:microsoft.com/office/officeart/2005/8/layout/vList2"/>
    <dgm:cxn modelId="{86E14EC9-E81C-434C-A99B-9D45733245E6}" type="presParOf" srcId="{93B04885-0103-4BEC-81CE-4EA883946156}" destId="{6AC21C02-152C-49B9-9678-71FCD7247E12}" srcOrd="3" destOrd="0" presId="urn:microsoft.com/office/officeart/2005/8/layout/vList2"/>
    <dgm:cxn modelId="{46D66EE6-C609-42F9-9EC9-5377E682ECE0}" type="presParOf" srcId="{93B04885-0103-4BEC-81CE-4EA883946156}" destId="{F5AED2B7-FEB8-4906-AD82-559D23DC05DB}" srcOrd="4" destOrd="0" presId="urn:microsoft.com/office/officeart/2005/8/layout/vList2"/>
    <dgm:cxn modelId="{6B23EC9B-1A56-480F-AFE4-8262902C4382}" type="presParOf" srcId="{93B04885-0103-4BEC-81CE-4EA883946156}" destId="{993E1082-E97B-4D53-B887-5EE1150797A7}" srcOrd="5" destOrd="0" presId="urn:microsoft.com/office/officeart/2005/8/layout/vList2"/>
    <dgm:cxn modelId="{35AF6667-F44A-4BCD-9CC1-5DAF2CE462C5}" type="presParOf" srcId="{93B04885-0103-4BEC-81CE-4EA883946156}" destId="{709F8340-8902-4DF7-8A32-0DBAF8B75879}" srcOrd="6" destOrd="0" presId="urn:microsoft.com/office/officeart/2005/8/layout/vList2"/>
    <dgm:cxn modelId="{682FF94A-69F6-4FBB-95A3-00F7382B0422}" type="presParOf" srcId="{93B04885-0103-4BEC-81CE-4EA883946156}" destId="{00069A28-ADE2-4F72-8B21-6D40D979FB66}" srcOrd="7" destOrd="0" presId="urn:microsoft.com/office/officeart/2005/8/layout/vList2"/>
    <dgm:cxn modelId="{969AAFD2-06FD-4D76-9D00-844BE28A792E}" type="presParOf" srcId="{93B04885-0103-4BEC-81CE-4EA883946156}" destId="{2A67EF12-D597-4AE3-BEE4-0B7196F545BE}" srcOrd="8" destOrd="0" presId="urn:microsoft.com/office/officeart/2005/8/layout/vList2"/>
    <dgm:cxn modelId="{72B0A4B5-77A3-4445-9833-A7D2F8221303}" type="presParOf" srcId="{93B04885-0103-4BEC-81CE-4EA883946156}" destId="{B155F8AB-FC2B-41B8-9E9A-934501BF8C55}" srcOrd="9" destOrd="0" presId="urn:microsoft.com/office/officeart/2005/8/layout/vList2"/>
    <dgm:cxn modelId="{7B4B9B3E-AFC2-4335-8A41-D5731768EDA6}" type="presParOf" srcId="{93B04885-0103-4BEC-81CE-4EA883946156}" destId="{2262B356-4635-4C64-A11B-E5CEFC85EF1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A024B9-66BB-4BFA-A80F-8CEFECC2265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BDDABD-8788-447C-9202-5DD80BDAD89E}">
      <dgm:prSet phldrT="[Text]"/>
      <dgm:spPr/>
      <dgm:t>
        <a:bodyPr/>
        <a:lstStyle/>
        <a:p>
          <a:r>
            <a:rPr lang="en-US" dirty="0"/>
            <a:t>Primitive Data Type</a:t>
          </a:r>
        </a:p>
      </dgm:t>
    </dgm:pt>
    <dgm:pt modelId="{88D96A9B-41C5-4031-BA59-D90A16D77369}" type="parTrans" cxnId="{D8151B4E-4E78-44B0-A42A-C86577D68ABD}">
      <dgm:prSet/>
      <dgm:spPr/>
      <dgm:t>
        <a:bodyPr/>
        <a:lstStyle/>
        <a:p>
          <a:endParaRPr lang="en-US"/>
        </a:p>
      </dgm:t>
    </dgm:pt>
    <dgm:pt modelId="{C45EEDDA-70A2-46AE-98C1-772F816A5FC8}" type="sibTrans" cxnId="{D8151B4E-4E78-44B0-A42A-C86577D68ABD}">
      <dgm:prSet/>
      <dgm:spPr/>
      <dgm:t>
        <a:bodyPr/>
        <a:lstStyle/>
        <a:p>
          <a:endParaRPr lang="en-US"/>
        </a:p>
      </dgm:t>
    </dgm:pt>
    <dgm:pt modelId="{F5DFB689-DF3F-423D-A2B4-60BFEA97ACA0}">
      <dgm:prSet phldrT="[Text]"/>
      <dgm:spPr/>
      <dgm:t>
        <a:bodyPr/>
        <a:lstStyle/>
        <a:p>
          <a:r>
            <a:rPr lang="en-US" dirty="0"/>
            <a:t>Integral</a:t>
          </a:r>
        </a:p>
      </dgm:t>
    </dgm:pt>
    <dgm:pt modelId="{732776D9-9FF2-4CB5-A782-10A43BA92BCF}" type="parTrans" cxnId="{FEC94603-55BF-4E18-9A47-38F11CD6519F}">
      <dgm:prSet/>
      <dgm:spPr/>
      <dgm:t>
        <a:bodyPr/>
        <a:lstStyle/>
        <a:p>
          <a:endParaRPr lang="en-US"/>
        </a:p>
      </dgm:t>
    </dgm:pt>
    <dgm:pt modelId="{D7D46982-D38C-4082-A683-F387FB0A32C3}" type="sibTrans" cxnId="{FEC94603-55BF-4E18-9A47-38F11CD6519F}">
      <dgm:prSet/>
      <dgm:spPr/>
      <dgm:t>
        <a:bodyPr/>
        <a:lstStyle/>
        <a:p>
          <a:endParaRPr lang="en-US"/>
        </a:p>
      </dgm:t>
    </dgm:pt>
    <dgm:pt modelId="{4F71D167-2EDE-4FBC-B201-942D45B3880E}">
      <dgm:prSet phldrT="[Text]"/>
      <dgm:spPr/>
      <dgm:t>
        <a:bodyPr/>
        <a:lstStyle/>
        <a:p>
          <a:r>
            <a:rPr lang="en-US" dirty="0"/>
            <a:t>Floating-point</a:t>
          </a:r>
        </a:p>
      </dgm:t>
    </dgm:pt>
    <dgm:pt modelId="{1D51BA39-37E5-41E4-BE99-61281797B487}" type="parTrans" cxnId="{A82EE043-DDAE-44D5-9563-8E472F0AD4D7}">
      <dgm:prSet/>
      <dgm:spPr/>
      <dgm:t>
        <a:bodyPr/>
        <a:lstStyle/>
        <a:p>
          <a:endParaRPr lang="en-US"/>
        </a:p>
      </dgm:t>
    </dgm:pt>
    <dgm:pt modelId="{9F5EA11D-63CE-4494-8F9B-C6F588624ECE}" type="sibTrans" cxnId="{A82EE043-DDAE-44D5-9563-8E472F0AD4D7}">
      <dgm:prSet/>
      <dgm:spPr/>
      <dgm:t>
        <a:bodyPr/>
        <a:lstStyle/>
        <a:p>
          <a:endParaRPr lang="en-US"/>
        </a:p>
      </dgm:t>
    </dgm:pt>
    <dgm:pt modelId="{934E7FFA-AC5B-4927-AC58-91BE9F331090}">
      <dgm:prSet phldrT="[Text]"/>
      <dgm:spPr/>
      <dgm:t>
        <a:bodyPr/>
        <a:lstStyle/>
        <a:p>
          <a:r>
            <a:rPr lang="en-US" dirty="0"/>
            <a:t>Boolean</a:t>
          </a:r>
        </a:p>
      </dgm:t>
    </dgm:pt>
    <dgm:pt modelId="{F55499D2-527D-409C-A03B-6B1D85E523B1}" type="parTrans" cxnId="{CE5E1EF6-0632-4B36-BE02-6A497D75CA49}">
      <dgm:prSet/>
      <dgm:spPr/>
      <dgm:t>
        <a:bodyPr/>
        <a:lstStyle/>
        <a:p>
          <a:endParaRPr lang="en-US"/>
        </a:p>
      </dgm:t>
    </dgm:pt>
    <dgm:pt modelId="{1F69D0CC-F491-44B5-AB9D-F8B990490ED5}" type="sibTrans" cxnId="{CE5E1EF6-0632-4B36-BE02-6A497D75CA49}">
      <dgm:prSet/>
      <dgm:spPr/>
      <dgm:t>
        <a:bodyPr/>
        <a:lstStyle/>
        <a:p>
          <a:endParaRPr lang="en-US"/>
        </a:p>
      </dgm:t>
    </dgm:pt>
    <dgm:pt modelId="{D75F6195-5010-4D45-BA4E-64323C25DD12}">
      <dgm:prSet phldrT="[Text]"/>
      <dgm:spPr/>
      <dgm:t>
        <a:bodyPr/>
        <a:lstStyle/>
        <a:p>
          <a:r>
            <a:rPr lang="en-US" dirty="0"/>
            <a:t>char</a:t>
          </a:r>
        </a:p>
      </dgm:t>
    </dgm:pt>
    <dgm:pt modelId="{97EF09C6-60A0-4514-8E78-D54687709F17}" type="parTrans" cxnId="{EB122A47-3F7A-4705-9138-F618E2E6F15C}">
      <dgm:prSet/>
      <dgm:spPr/>
      <dgm:t>
        <a:bodyPr/>
        <a:lstStyle/>
        <a:p>
          <a:endParaRPr lang="en-US"/>
        </a:p>
      </dgm:t>
    </dgm:pt>
    <dgm:pt modelId="{192D4D89-C45F-4034-9F58-98D1FB0BB387}" type="sibTrans" cxnId="{EB122A47-3F7A-4705-9138-F618E2E6F15C}">
      <dgm:prSet/>
      <dgm:spPr/>
      <dgm:t>
        <a:bodyPr/>
        <a:lstStyle/>
        <a:p>
          <a:endParaRPr lang="en-US"/>
        </a:p>
      </dgm:t>
    </dgm:pt>
    <dgm:pt modelId="{15F5EE0F-E380-4804-913E-0E3A26C60179}">
      <dgm:prSet phldrT="[Text]"/>
      <dgm:spPr/>
      <dgm:t>
        <a:bodyPr/>
        <a:lstStyle/>
        <a:p>
          <a:r>
            <a:rPr lang="en-US" dirty="0"/>
            <a:t>byte</a:t>
          </a:r>
        </a:p>
      </dgm:t>
    </dgm:pt>
    <dgm:pt modelId="{E3EBBF97-0E8B-4591-ACAC-3419156B3FA0}" type="parTrans" cxnId="{7BD7E0C3-11E3-48ED-A3C8-DDE5C5CA0ABE}">
      <dgm:prSet/>
      <dgm:spPr/>
      <dgm:t>
        <a:bodyPr/>
        <a:lstStyle/>
        <a:p>
          <a:endParaRPr lang="en-US"/>
        </a:p>
      </dgm:t>
    </dgm:pt>
    <dgm:pt modelId="{C7C8EEEB-9256-45D0-B65F-82A705A275D2}" type="sibTrans" cxnId="{7BD7E0C3-11E3-48ED-A3C8-DDE5C5CA0ABE}">
      <dgm:prSet/>
      <dgm:spPr/>
      <dgm:t>
        <a:bodyPr/>
        <a:lstStyle/>
        <a:p>
          <a:endParaRPr lang="en-US"/>
        </a:p>
      </dgm:t>
    </dgm:pt>
    <dgm:pt modelId="{8DE69300-1CF7-4D70-BF34-43B4DEE08AC7}">
      <dgm:prSet phldrT="[Text]"/>
      <dgm:spPr/>
      <dgm:t>
        <a:bodyPr/>
        <a:lstStyle/>
        <a:p>
          <a:r>
            <a:rPr lang="en-US" dirty="0"/>
            <a:t>short</a:t>
          </a:r>
        </a:p>
      </dgm:t>
    </dgm:pt>
    <dgm:pt modelId="{D177A09C-0ECD-4D6B-B4E7-0A038FD4FADD}" type="parTrans" cxnId="{E879FA88-5905-4A64-B648-10512C59A4D3}">
      <dgm:prSet/>
      <dgm:spPr/>
      <dgm:t>
        <a:bodyPr/>
        <a:lstStyle/>
        <a:p>
          <a:endParaRPr lang="en-US"/>
        </a:p>
      </dgm:t>
    </dgm:pt>
    <dgm:pt modelId="{FA7ACCFB-F6F0-4534-9B1C-202F195DB0F8}" type="sibTrans" cxnId="{E879FA88-5905-4A64-B648-10512C59A4D3}">
      <dgm:prSet/>
      <dgm:spPr/>
      <dgm:t>
        <a:bodyPr/>
        <a:lstStyle/>
        <a:p>
          <a:endParaRPr lang="en-US"/>
        </a:p>
      </dgm:t>
    </dgm:pt>
    <dgm:pt modelId="{C1DBB36C-DD54-4135-B3D1-70B8C3E38255}">
      <dgm:prSet phldrT="[Text]"/>
      <dgm:spPr/>
      <dgm:t>
        <a:bodyPr/>
        <a:lstStyle/>
        <a:p>
          <a:r>
            <a:rPr lang="en-US" dirty="0" err="1"/>
            <a:t>int</a:t>
          </a:r>
          <a:endParaRPr lang="en-US" dirty="0"/>
        </a:p>
      </dgm:t>
    </dgm:pt>
    <dgm:pt modelId="{8CEF9E44-5E68-4856-B9E5-A131E334185F}" type="parTrans" cxnId="{ACE80E23-88B2-4AD6-8B02-86A74998909A}">
      <dgm:prSet/>
      <dgm:spPr/>
      <dgm:t>
        <a:bodyPr/>
        <a:lstStyle/>
        <a:p>
          <a:endParaRPr lang="en-US"/>
        </a:p>
      </dgm:t>
    </dgm:pt>
    <dgm:pt modelId="{D7B4A5DC-FA1C-4B2A-8716-0F8D35E446CC}" type="sibTrans" cxnId="{ACE80E23-88B2-4AD6-8B02-86A74998909A}">
      <dgm:prSet/>
      <dgm:spPr/>
      <dgm:t>
        <a:bodyPr/>
        <a:lstStyle/>
        <a:p>
          <a:endParaRPr lang="en-US"/>
        </a:p>
      </dgm:t>
    </dgm:pt>
    <dgm:pt modelId="{29132383-1315-4619-9C40-4E17C2C31CB9}">
      <dgm:prSet phldrT="[Text]"/>
      <dgm:spPr/>
      <dgm:t>
        <a:bodyPr/>
        <a:lstStyle/>
        <a:p>
          <a:r>
            <a:rPr lang="en-US" dirty="0"/>
            <a:t>long</a:t>
          </a:r>
        </a:p>
      </dgm:t>
    </dgm:pt>
    <dgm:pt modelId="{4832BBA9-51A6-4C26-8E87-AEB0E9A514D3}" type="parTrans" cxnId="{C9EB4580-1C37-42F1-A579-B7DB589DD626}">
      <dgm:prSet/>
      <dgm:spPr/>
      <dgm:t>
        <a:bodyPr/>
        <a:lstStyle/>
        <a:p>
          <a:endParaRPr lang="en-US"/>
        </a:p>
      </dgm:t>
    </dgm:pt>
    <dgm:pt modelId="{A4F65462-B96B-4A51-B1F3-C2A984993971}" type="sibTrans" cxnId="{C9EB4580-1C37-42F1-A579-B7DB589DD626}">
      <dgm:prSet/>
      <dgm:spPr/>
      <dgm:t>
        <a:bodyPr/>
        <a:lstStyle/>
        <a:p>
          <a:endParaRPr lang="en-US"/>
        </a:p>
      </dgm:t>
    </dgm:pt>
    <dgm:pt modelId="{B61E8D5F-0B58-498D-8D39-613FEBFA44B4}" type="pres">
      <dgm:prSet presAssocID="{93A024B9-66BB-4BFA-A80F-8CEFECC226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1CCD549-9BE1-4E2A-9876-90C38B5DBE5A}" type="pres">
      <dgm:prSet presAssocID="{A1BDDABD-8788-447C-9202-5DD80BDAD89E}" presName="root1" presStyleCnt="0"/>
      <dgm:spPr/>
    </dgm:pt>
    <dgm:pt modelId="{D6D334C0-E120-4F77-A64D-97235FB79428}" type="pres">
      <dgm:prSet presAssocID="{A1BDDABD-8788-447C-9202-5DD80BDAD89E}" presName="LevelOneTextNode" presStyleLbl="node0" presStyleIdx="0" presStyleCnt="1">
        <dgm:presLayoutVars>
          <dgm:chPref val="3"/>
        </dgm:presLayoutVars>
      </dgm:prSet>
      <dgm:spPr/>
    </dgm:pt>
    <dgm:pt modelId="{56CCACAD-7576-46D6-8DD1-DCA025C49EA9}" type="pres">
      <dgm:prSet presAssocID="{A1BDDABD-8788-447C-9202-5DD80BDAD89E}" presName="level2hierChild" presStyleCnt="0"/>
      <dgm:spPr/>
    </dgm:pt>
    <dgm:pt modelId="{6B8E8A5B-9939-406A-991D-478330E00B81}" type="pres">
      <dgm:prSet presAssocID="{732776D9-9FF2-4CB5-A782-10A43BA92BCF}" presName="conn2-1" presStyleLbl="parChTrans1D2" presStyleIdx="0" presStyleCnt="3"/>
      <dgm:spPr/>
    </dgm:pt>
    <dgm:pt modelId="{6F214AA5-CEE5-48C1-B523-81D2D5A8D6B9}" type="pres">
      <dgm:prSet presAssocID="{732776D9-9FF2-4CB5-A782-10A43BA92BCF}" presName="connTx" presStyleLbl="parChTrans1D2" presStyleIdx="0" presStyleCnt="3"/>
      <dgm:spPr/>
    </dgm:pt>
    <dgm:pt modelId="{A392526A-3ACB-407D-AE6C-8BFEFCD305AE}" type="pres">
      <dgm:prSet presAssocID="{F5DFB689-DF3F-423D-A2B4-60BFEA97ACA0}" presName="root2" presStyleCnt="0"/>
      <dgm:spPr/>
    </dgm:pt>
    <dgm:pt modelId="{D5A9AA11-9469-4943-AE59-5303806325EB}" type="pres">
      <dgm:prSet presAssocID="{F5DFB689-DF3F-423D-A2B4-60BFEA97ACA0}" presName="LevelTwoTextNode" presStyleLbl="node2" presStyleIdx="0" presStyleCnt="3">
        <dgm:presLayoutVars>
          <dgm:chPref val="3"/>
        </dgm:presLayoutVars>
      </dgm:prSet>
      <dgm:spPr/>
    </dgm:pt>
    <dgm:pt modelId="{980DFDFB-B665-4696-B14F-ED4851723C9B}" type="pres">
      <dgm:prSet presAssocID="{F5DFB689-DF3F-423D-A2B4-60BFEA97ACA0}" presName="level3hierChild" presStyleCnt="0"/>
      <dgm:spPr/>
    </dgm:pt>
    <dgm:pt modelId="{CD99725A-DE63-4651-BB14-05D4899C7675}" type="pres">
      <dgm:prSet presAssocID="{97EF09C6-60A0-4514-8E78-D54687709F17}" presName="conn2-1" presStyleLbl="parChTrans1D3" presStyleIdx="0" presStyleCnt="5"/>
      <dgm:spPr/>
    </dgm:pt>
    <dgm:pt modelId="{603FC4C9-E16E-4CAA-883F-AA99D775E4E9}" type="pres">
      <dgm:prSet presAssocID="{97EF09C6-60A0-4514-8E78-D54687709F17}" presName="connTx" presStyleLbl="parChTrans1D3" presStyleIdx="0" presStyleCnt="5"/>
      <dgm:spPr/>
    </dgm:pt>
    <dgm:pt modelId="{E7ADAE0B-9038-4132-ACC6-82F3336BFBF6}" type="pres">
      <dgm:prSet presAssocID="{D75F6195-5010-4D45-BA4E-64323C25DD12}" presName="root2" presStyleCnt="0"/>
      <dgm:spPr/>
    </dgm:pt>
    <dgm:pt modelId="{8FF5964F-A6DE-4989-B93A-2E23155216F8}" type="pres">
      <dgm:prSet presAssocID="{D75F6195-5010-4D45-BA4E-64323C25DD12}" presName="LevelTwoTextNode" presStyleLbl="node3" presStyleIdx="0" presStyleCnt="5">
        <dgm:presLayoutVars>
          <dgm:chPref val="3"/>
        </dgm:presLayoutVars>
      </dgm:prSet>
      <dgm:spPr/>
    </dgm:pt>
    <dgm:pt modelId="{8E0EEDE5-62EB-48CA-B1F1-1620F9310C31}" type="pres">
      <dgm:prSet presAssocID="{D75F6195-5010-4D45-BA4E-64323C25DD12}" presName="level3hierChild" presStyleCnt="0"/>
      <dgm:spPr/>
    </dgm:pt>
    <dgm:pt modelId="{3DA0C8D4-C6B1-4AAF-A9D6-43573FAEBA5B}" type="pres">
      <dgm:prSet presAssocID="{E3EBBF97-0E8B-4591-ACAC-3419156B3FA0}" presName="conn2-1" presStyleLbl="parChTrans1D3" presStyleIdx="1" presStyleCnt="5"/>
      <dgm:spPr/>
    </dgm:pt>
    <dgm:pt modelId="{633EF73F-71E6-4646-89C9-1E0D13D3C7F8}" type="pres">
      <dgm:prSet presAssocID="{E3EBBF97-0E8B-4591-ACAC-3419156B3FA0}" presName="connTx" presStyleLbl="parChTrans1D3" presStyleIdx="1" presStyleCnt="5"/>
      <dgm:spPr/>
    </dgm:pt>
    <dgm:pt modelId="{7BCE40D6-6ADE-40B6-8EF7-8B07A24ED89A}" type="pres">
      <dgm:prSet presAssocID="{15F5EE0F-E380-4804-913E-0E3A26C60179}" presName="root2" presStyleCnt="0"/>
      <dgm:spPr/>
    </dgm:pt>
    <dgm:pt modelId="{5B7D237E-B2EC-4657-AFC4-F2A764643A3F}" type="pres">
      <dgm:prSet presAssocID="{15F5EE0F-E380-4804-913E-0E3A26C60179}" presName="LevelTwoTextNode" presStyleLbl="node3" presStyleIdx="1" presStyleCnt="5">
        <dgm:presLayoutVars>
          <dgm:chPref val="3"/>
        </dgm:presLayoutVars>
      </dgm:prSet>
      <dgm:spPr/>
    </dgm:pt>
    <dgm:pt modelId="{4E26F682-6433-4352-880F-3CAE1598DEC6}" type="pres">
      <dgm:prSet presAssocID="{15F5EE0F-E380-4804-913E-0E3A26C60179}" presName="level3hierChild" presStyleCnt="0"/>
      <dgm:spPr/>
    </dgm:pt>
    <dgm:pt modelId="{79BD14EF-62F4-4062-B681-232D3CBDAA4B}" type="pres">
      <dgm:prSet presAssocID="{D177A09C-0ECD-4D6B-B4E7-0A038FD4FADD}" presName="conn2-1" presStyleLbl="parChTrans1D3" presStyleIdx="2" presStyleCnt="5"/>
      <dgm:spPr/>
    </dgm:pt>
    <dgm:pt modelId="{98803EC2-C861-4B9B-80ED-DCD5694BE6CA}" type="pres">
      <dgm:prSet presAssocID="{D177A09C-0ECD-4D6B-B4E7-0A038FD4FADD}" presName="connTx" presStyleLbl="parChTrans1D3" presStyleIdx="2" presStyleCnt="5"/>
      <dgm:spPr/>
    </dgm:pt>
    <dgm:pt modelId="{FFD18BBE-A3DB-4836-87E6-14F4FC58F463}" type="pres">
      <dgm:prSet presAssocID="{8DE69300-1CF7-4D70-BF34-43B4DEE08AC7}" presName="root2" presStyleCnt="0"/>
      <dgm:spPr/>
    </dgm:pt>
    <dgm:pt modelId="{73ABC5CC-9871-43F8-8070-84AE0D1A30C8}" type="pres">
      <dgm:prSet presAssocID="{8DE69300-1CF7-4D70-BF34-43B4DEE08AC7}" presName="LevelTwoTextNode" presStyleLbl="node3" presStyleIdx="2" presStyleCnt="5">
        <dgm:presLayoutVars>
          <dgm:chPref val="3"/>
        </dgm:presLayoutVars>
      </dgm:prSet>
      <dgm:spPr/>
    </dgm:pt>
    <dgm:pt modelId="{402D7AC4-619E-4D77-A0F4-C30E6143F437}" type="pres">
      <dgm:prSet presAssocID="{8DE69300-1CF7-4D70-BF34-43B4DEE08AC7}" presName="level3hierChild" presStyleCnt="0"/>
      <dgm:spPr/>
    </dgm:pt>
    <dgm:pt modelId="{62E0A3AD-1F10-4E9F-9B6F-0413C64D06EB}" type="pres">
      <dgm:prSet presAssocID="{8CEF9E44-5E68-4856-B9E5-A131E334185F}" presName="conn2-1" presStyleLbl="parChTrans1D3" presStyleIdx="3" presStyleCnt="5"/>
      <dgm:spPr/>
    </dgm:pt>
    <dgm:pt modelId="{43C23FFE-A0D1-4E5E-A272-A2D9612537B7}" type="pres">
      <dgm:prSet presAssocID="{8CEF9E44-5E68-4856-B9E5-A131E334185F}" presName="connTx" presStyleLbl="parChTrans1D3" presStyleIdx="3" presStyleCnt="5"/>
      <dgm:spPr/>
    </dgm:pt>
    <dgm:pt modelId="{6344B1AA-F6A5-4DE0-B07D-C8FD673ABFF3}" type="pres">
      <dgm:prSet presAssocID="{C1DBB36C-DD54-4135-B3D1-70B8C3E38255}" presName="root2" presStyleCnt="0"/>
      <dgm:spPr/>
    </dgm:pt>
    <dgm:pt modelId="{1B169A8E-00E1-4912-885B-C6A2297A4C40}" type="pres">
      <dgm:prSet presAssocID="{C1DBB36C-DD54-4135-B3D1-70B8C3E38255}" presName="LevelTwoTextNode" presStyleLbl="node3" presStyleIdx="3" presStyleCnt="5">
        <dgm:presLayoutVars>
          <dgm:chPref val="3"/>
        </dgm:presLayoutVars>
      </dgm:prSet>
      <dgm:spPr/>
    </dgm:pt>
    <dgm:pt modelId="{11B8655C-DDE9-4ADB-ACE5-E0948F0831B1}" type="pres">
      <dgm:prSet presAssocID="{C1DBB36C-DD54-4135-B3D1-70B8C3E38255}" presName="level3hierChild" presStyleCnt="0"/>
      <dgm:spPr/>
    </dgm:pt>
    <dgm:pt modelId="{E1370E10-1CFF-48FE-B7C6-97D228C5FCC7}" type="pres">
      <dgm:prSet presAssocID="{4832BBA9-51A6-4C26-8E87-AEB0E9A514D3}" presName="conn2-1" presStyleLbl="parChTrans1D3" presStyleIdx="4" presStyleCnt="5"/>
      <dgm:spPr/>
    </dgm:pt>
    <dgm:pt modelId="{2EC92ECC-4E18-46CF-9E7B-9E61586E636E}" type="pres">
      <dgm:prSet presAssocID="{4832BBA9-51A6-4C26-8E87-AEB0E9A514D3}" presName="connTx" presStyleLbl="parChTrans1D3" presStyleIdx="4" presStyleCnt="5"/>
      <dgm:spPr/>
    </dgm:pt>
    <dgm:pt modelId="{78AECED2-335D-40C0-BEF7-7BC544CD64D3}" type="pres">
      <dgm:prSet presAssocID="{29132383-1315-4619-9C40-4E17C2C31CB9}" presName="root2" presStyleCnt="0"/>
      <dgm:spPr/>
    </dgm:pt>
    <dgm:pt modelId="{B81345A3-6D6F-4BCB-95DB-EF26572F403F}" type="pres">
      <dgm:prSet presAssocID="{29132383-1315-4619-9C40-4E17C2C31CB9}" presName="LevelTwoTextNode" presStyleLbl="node3" presStyleIdx="4" presStyleCnt="5">
        <dgm:presLayoutVars>
          <dgm:chPref val="3"/>
        </dgm:presLayoutVars>
      </dgm:prSet>
      <dgm:spPr/>
    </dgm:pt>
    <dgm:pt modelId="{B70125DC-FF35-425A-B566-931E8AE695A0}" type="pres">
      <dgm:prSet presAssocID="{29132383-1315-4619-9C40-4E17C2C31CB9}" presName="level3hierChild" presStyleCnt="0"/>
      <dgm:spPr/>
    </dgm:pt>
    <dgm:pt modelId="{2077C137-51A7-4114-B771-09FD52C4656A}" type="pres">
      <dgm:prSet presAssocID="{1D51BA39-37E5-41E4-BE99-61281797B487}" presName="conn2-1" presStyleLbl="parChTrans1D2" presStyleIdx="1" presStyleCnt="3"/>
      <dgm:spPr/>
    </dgm:pt>
    <dgm:pt modelId="{2E43A087-4C51-418E-BCD9-5C6080E1D8E7}" type="pres">
      <dgm:prSet presAssocID="{1D51BA39-37E5-41E4-BE99-61281797B487}" presName="connTx" presStyleLbl="parChTrans1D2" presStyleIdx="1" presStyleCnt="3"/>
      <dgm:spPr/>
    </dgm:pt>
    <dgm:pt modelId="{3E8E46E2-9104-404F-AD46-A0A86E00E9AA}" type="pres">
      <dgm:prSet presAssocID="{4F71D167-2EDE-4FBC-B201-942D45B3880E}" presName="root2" presStyleCnt="0"/>
      <dgm:spPr/>
    </dgm:pt>
    <dgm:pt modelId="{E53BB04E-5591-4BDE-937C-76B4D0FCB32E}" type="pres">
      <dgm:prSet presAssocID="{4F71D167-2EDE-4FBC-B201-942D45B3880E}" presName="LevelTwoTextNode" presStyleLbl="node2" presStyleIdx="1" presStyleCnt="3">
        <dgm:presLayoutVars>
          <dgm:chPref val="3"/>
        </dgm:presLayoutVars>
      </dgm:prSet>
      <dgm:spPr/>
    </dgm:pt>
    <dgm:pt modelId="{7B93F903-964E-48C6-B0F6-FF1328DD1F5F}" type="pres">
      <dgm:prSet presAssocID="{4F71D167-2EDE-4FBC-B201-942D45B3880E}" presName="level3hierChild" presStyleCnt="0"/>
      <dgm:spPr/>
    </dgm:pt>
    <dgm:pt modelId="{CE72C563-7722-4ED1-92CB-E85192409958}" type="pres">
      <dgm:prSet presAssocID="{F55499D2-527D-409C-A03B-6B1D85E523B1}" presName="conn2-1" presStyleLbl="parChTrans1D2" presStyleIdx="2" presStyleCnt="3"/>
      <dgm:spPr/>
    </dgm:pt>
    <dgm:pt modelId="{2D366AB3-DBF9-4C89-B7B8-49BB45A29D6B}" type="pres">
      <dgm:prSet presAssocID="{F55499D2-527D-409C-A03B-6B1D85E523B1}" presName="connTx" presStyleLbl="parChTrans1D2" presStyleIdx="2" presStyleCnt="3"/>
      <dgm:spPr/>
    </dgm:pt>
    <dgm:pt modelId="{37CAE710-9912-4918-835D-0A9E56F701B6}" type="pres">
      <dgm:prSet presAssocID="{934E7FFA-AC5B-4927-AC58-91BE9F331090}" presName="root2" presStyleCnt="0"/>
      <dgm:spPr/>
    </dgm:pt>
    <dgm:pt modelId="{2574A91E-BA9A-43C0-B7AB-999CF5C1270B}" type="pres">
      <dgm:prSet presAssocID="{934E7FFA-AC5B-4927-AC58-91BE9F331090}" presName="LevelTwoTextNode" presStyleLbl="node2" presStyleIdx="2" presStyleCnt="3">
        <dgm:presLayoutVars>
          <dgm:chPref val="3"/>
        </dgm:presLayoutVars>
      </dgm:prSet>
      <dgm:spPr/>
    </dgm:pt>
    <dgm:pt modelId="{289CE47D-3032-4324-947C-30F362766C9F}" type="pres">
      <dgm:prSet presAssocID="{934E7FFA-AC5B-4927-AC58-91BE9F331090}" presName="level3hierChild" presStyleCnt="0"/>
      <dgm:spPr/>
    </dgm:pt>
  </dgm:ptLst>
  <dgm:cxnLst>
    <dgm:cxn modelId="{ED00FC02-157F-4516-92B1-735B26327C91}" type="presOf" srcId="{D177A09C-0ECD-4D6B-B4E7-0A038FD4FADD}" destId="{98803EC2-C861-4B9B-80ED-DCD5694BE6CA}" srcOrd="1" destOrd="0" presId="urn:microsoft.com/office/officeart/2005/8/layout/hierarchy2"/>
    <dgm:cxn modelId="{FEC94603-55BF-4E18-9A47-38F11CD6519F}" srcId="{A1BDDABD-8788-447C-9202-5DD80BDAD89E}" destId="{F5DFB689-DF3F-423D-A2B4-60BFEA97ACA0}" srcOrd="0" destOrd="0" parTransId="{732776D9-9FF2-4CB5-A782-10A43BA92BCF}" sibTransId="{D7D46982-D38C-4082-A683-F387FB0A32C3}"/>
    <dgm:cxn modelId="{5FB39C0A-F0BE-400B-A2C6-5939DEFBB4D9}" type="presOf" srcId="{29132383-1315-4619-9C40-4E17C2C31CB9}" destId="{B81345A3-6D6F-4BCB-95DB-EF26572F403F}" srcOrd="0" destOrd="0" presId="urn:microsoft.com/office/officeart/2005/8/layout/hierarchy2"/>
    <dgm:cxn modelId="{62E95D13-0965-43DA-80EA-6BD2EF94155E}" type="presOf" srcId="{732776D9-9FF2-4CB5-A782-10A43BA92BCF}" destId="{6B8E8A5B-9939-406A-991D-478330E00B81}" srcOrd="0" destOrd="0" presId="urn:microsoft.com/office/officeart/2005/8/layout/hierarchy2"/>
    <dgm:cxn modelId="{94C6AE16-2F54-4FC1-838F-F66B44721440}" type="presOf" srcId="{4832BBA9-51A6-4C26-8E87-AEB0E9A514D3}" destId="{E1370E10-1CFF-48FE-B7C6-97D228C5FCC7}" srcOrd="0" destOrd="0" presId="urn:microsoft.com/office/officeart/2005/8/layout/hierarchy2"/>
    <dgm:cxn modelId="{8E56C621-D03A-4D36-89CF-18D1C03DA0EE}" type="presOf" srcId="{D75F6195-5010-4D45-BA4E-64323C25DD12}" destId="{8FF5964F-A6DE-4989-B93A-2E23155216F8}" srcOrd="0" destOrd="0" presId="urn:microsoft.com/office/officeart/2005/8/layout/hierarchy2"/>
    <dgm:cxn modelId="{ACE80E23-88B2-4AD6-8B02-86A74998909A}" srcId="{F5DFB689-DF3F-423D-A2B4-60BFEA97ACA0}" destId="{C1DBB36C-DD54-4135-B3D1-70B8C3E38255}" srcOrd="3" destOrd="0" parTransId="{8CEF9E44-5E68-4856-B9E5-A131E334185F}" sibTransId="{D7B4A5DC-FA1C-4B2A-8716-0F8D35E446CC}"/>
    <dgm:cxn modelId="{64447032-F9DD-4E01-8833-2E3F41C261ED}" type="presOf" srcId="{C1DBB36C-DD54-4135-B3D1-70B8C3E38255}" destId="{1B169A8E-00E1-4912-885B-C6A2297A4C40}" srcOrd="0" destOrd="0" presId="urn:microsoft.com/office/officeart/2005/8/layout/hierarchy2"/>
    <dgm:cxn modelId="{8D24DE39-8AC9-4EE1-9BBB-EB12E5408563}" type="presOf" srcId="{934E7FFA-AC5B-4927-AC58-91BE9F331090}" destId="{2574A91E-BA9A-43C0-B7AB-999CF5C1270B}" srcOrd="0" destOrd="0" presId="urn:microsoft.com/office/officeart/2005/8/layout/hierarchy2"/>
    <dgm:cxn modelId="{836DFF5B-77F5-4466-B90D-19E31D276150}" type="presOf" srcId="{F55499D2-527D-409C-A03B-6B1D85E523B1}" destId="{2D366AB3-DBF9-4C89-B7B8-49BB45A29D6B}" srcOrd="1" destOrd="0" presId="urn:microsoft.com/office/officeart/2005/8/layout/hierarchy2"/>
    <dgm:cxn modelId="{4AEA4C5D-9955-4B3A-81EA-6BE4853104A6}" type="presOf" srcId="{97EF09C6-60A0-4514-8E78-D54687709F17}" destId="{603FC4C9-E16E-4CAA-883F-AA99D775E4E9}" srcOrd="1" destOrd="0" presId="urn:microsoft.com/office/officeart/2005/8/layout/hierarchy2"/>
    <dgm:cxn modelId="{C351B65D-EB6E-4715-9BFD-3CC454E874F3}" type="presOf" srcId="{E3EBBF97-0E8B-4591-ACAC-3419156B3FA0}" destId="{3DA0C8D4-C6B1-4AAF-A9D6-43573FAEBA5B}" srcOrd="0" destOrd="0" presId="urn:microsoft.com/office/officeart/2005/8/layout/hierarchy2"/>
    <dgm:cxn modelId="{93215441-BE3A-44A6-AEB4-62B1C3552B92}" type="presOf" srcId="{A1BDDABD-8788-447C-9202-5DD80BDAD89E}" destId="{D6D334C0-E120-4F77-A64D-97235FB79428}" srcOrd="0" destOrd="0" presId="urn:microsoft.com/office/officeart/2005/8/layout/hierarchy2"/>
    <dgm:cxn modelId="{A82EE043-DDAE-44D5-9563-8E472F0AD4D7}" srcId="{A1BDDABD-8788-447C-9202-5DD80BDAD89E}" destId="{4F71D167-2EDE-4FBC-B201-942D45B3880E}" srcOrd="1" destOrd="0" parTransId="{1D51BA39-37E5-41E4-BE99-61281797B487}" sibTransId="{9F5EA11D-63CE-4494-8F9B-C6F588624ECE}"/>
    <dgm:cxn modelId="{DE6BC146-7D2A-410A-9FA8-21CFD0582C1C}" type="presOf" srcId="{1D51BA39-37E5-41E4-BE99-61281797B487}" destId="{2077C137-51A7-4114-B771-09FD52C4656A}" srcOrd="0" destOrd="0" presId="urn:microsoft.com/office/officeart/2005/8/layout/hierarchy2"/>
    <dgm:cxn modelId="{EB122A47-3F7A-4705-9138-F618E2E6F15C}" srcId="{F5DFB689-DF3F-423D-A2B4-60BFEA97ACA0}" destId="{D75F6195-5010-4D45-BA4E-64323C25DD12}" srcOrd="0" destOrd="0" parTransId="{97EF09C6-60A0-4514-8E78-D54687709F17}" sibTransId="{192D4D89-C45F-4034-9F58-98D1FB0BB387}"/>
    <dgm:cxn modelId="{D8151B4E-4E78-44B0-A42A-C86577D68ABD}" srcId="{93A024B9-66BB-4BFA-A80F-8CEFECC2265F}" destId="{A1BDDABD-8788-447C-9202-5DD80BDAD89E}" srcOrd="0" destOrd="0" parTransId="{88D96A9B-41C5-4031-BA59-D90A16D77369}" sibTransId="{C45EEDDA-70A2-46AE-98C1-772F816A5FC8}"/>
    <dgm:cxn modelId="{EDC75D76-7A92-4E41-B65F-258D66F36CA6}" type="presOf" srcId="{93A024B9-66BB-4BFA-A80F-8CEFECC2265F}" destId="{B61E8D5F-0B58-498D-8D39-613FEBFA44B4}" srcOrd="0" destOrd="0" presId="urn:microsoft.com/office/officeart/2005/8/layout/hierarchy2"/>
    <dgm:cxn modelId="{FE20497A-74EE-4250-96F5-447963C7110A}" type="presOf" srcId="{732776D9-9FF2-4CB5-A782-10A43BA92BCF}" destId="{6F214AA5-CEE5-48C1-B523-81D2D5A8D6B9}" srcOrd="1" destOrd="0" presId="urn:microsoft.com/office/officeart/2005/8/layout/hierarchy2"/>
    <dgm:cxn modelId="{C9EB4580-1C37-42F1-A579-B7DB589DD626}" srcId="{F5DFB689-DF3F-423D-A2B4-60BFEA97ACA0}" destId="{29132383-1315-4619-9C40-4E17C2C31CB9}" srcOrd="4" destOrd="0" parTransId="{4832BBA9-51A6-4C26-8E87-AEB0E9A514D3}" sibTransId="{A4F65462-B96B-4A51-B1F3-C2A984993971}"/>
    <dgm:cxn modelId="{61AAFB80-51B4-46DB-9A63-AC535958CC7C}" type="presOf" srcId="{D177A09C-0ECD-4D6B-B4E7-0A038FD4FADD}" destId="{79BD14EF-62F4-4062-B681-232D3CBDAA4B}" srcOrd="0" destOrd="0" presId="urn:microsoft.com/office/officeart/2005/8/layout/hierarchy2"/>
    <dgm:cxn modelId="{E2D95A81-CE96-4C54-A073-9A3FC0F3BABF}" type="presOf" srcId="{15F5EE0F-E380-4804-913E-0E3A26C60179}" destId="{5B7D237E-B2EC-4657-AFC4-F2A764643A3F}" srcOrd="0" destOrd="0" presId="urn:microsoft.com/office/officeart/2005/8/layout/hierarchy2"/>
    <dgm:cxn modelId="{1AC23884-D52F-4D2E-875D-3AADE525D9B8}" type="presOf" srcId="{1D51BA39-37E5-41E4-BE99-61281797B487}" destId="{2E43A087-4C51-418E-BCD9-5C6080E1D8E7}" srcOrd="1" destOrd="0" presId="urn:microsoft.com/office/officeart/2005/8/layout/hierarchy2"/>
    <dgm:cxn modelId="{42CA6585-0231-4999-BE91-B0E90467974E}" type="presOf" srcId="{F55499D2-527D-409C-A03B-6B1D85E523B1}" destId="{CE72C563-7722-4ED1-92CB-E85192409958}" srcOrd="0" destOrd="0" presId="urn:microsoft.com/office/officeart/2005/8/layout/hierarchy2"/>
    <dgm:cxn modelId="{EACC9D86-B3CD-48E6-ADC3-FA2EF2AD37AC}" type="presOf" srcId="{97EF09C6-60A0-4514-8E78-D54687709F17}" destId="{CD99725A-DE63-4651-BB14-05D4899C7675}" srcOrd="0" destOrd="0" presId="urn:microsoft.com/office/officeart/2005/8/layout/hierarchy2"/>
    <dgm:cxn modelId="{E879FA88-5905-4A64-B648-10512C59A4D3}" srcId="{F5DFB689-DF3F-423D-A2B4-60BFEA97ACA0}" destId="{8DE69300-1CF7-4D70-BF34-43B4DEE08AC7}" srcOrd="2" destOrd="0" parTransId="{D177A09C-0ECD-4D6B-B4E7-0A038FD4FADD}" sibTransId="{FA7ACCFB-F6F0-4534-9B1C-202F195DB0F8}"/>
    <dgm:cxn modelId="{49908997-F151-488C-A781-2DDA49358A7F}" type="presOf" srcId="{4F71D167-2EDE-4FBC-B201-942D45B3880E}" destId="{E53BB04E-5591-4BDE-937C-76B4D0FCB32E}" srcOrd="0" destOrd="0" presId="urn:microsoft.com/office/officeart/2005/8/layout/hierarchy2"/>
    <dgm:cxn modelId="{C0028B9E-7498-4BFE-AF3C-3A7C4204D15B}" type="presOf" srcId="{8CEF9E44-5E68-4856-B9E5-A131E334185F}" destId="{62E0A3AD-1F10-4E9F-9B6F-0413C64D06EB}" srcOrd="0" destOrd="0" presId="urn:microsoft.com/office/officeart/2005/8/layout/hierarchy2"/>
    <dgm:cxn modelId="{7BD7E0C3-11E3-48ED-A3C8-DDE5C5CA0ABE}" srcId="{F5DFB689-DF3F-423D-A2B4-60BFEA97ACA0}" destId="{15F5EE0F-E380-4804-913E-0E3A26C60179}" srcOrd="1" destOrd="0" parTransId="{E3EBBF97-0E8B-4591-ACAC-3419156B3FA0}" sibTransId="{C7C8EEEB-9256-45D0-B65F-82A705A275D2}"/>
    <dgm:cxn modelId="{5E3BC5CC-82AE-4202-A88F-9FEC5B014B39}" type="presOf" srcId="{8CEF9E44-5E68-4856-B9E5-A131E334185F}" destId="{43C23FFE-A0D1-4E5E-A272-A2D9612537B7}" srcOrd="1" destOrd="0" presId="urn:microsoft.com/office/officeart/2005/8/layout/hierarchy2"/>
    <dgm:cxn modelId="{54311BCD-EB6A-41A7-A7D2-8D597C532014}" type="presOf" srcId="{F5DFB689-DF3F-423D-A2B4-60BFEA97ACA0}" destId="{D5A9AA11-9469-4943-AE59-5303806325EB}" srcOrd="0" destOrd="0" presId="urn:microsoft.com/office/officeart/2005/8/layout/hierarchy2"/>
    <dgm:cxn modelId="{6E32A2D8-95C6-4E01-88DE-AA893215F04B}" type="presOf" srcId="{4832BBA9-51A6-4C26-8E87-AEB0E9A514D3}" destId="{2EC92ECC-4E18-46CF-9E7B-9E61586E636E}" srcOrd="1" destOrd="0" presId="urn:microsoft.com/office/officeart/2005/8/layout/hierarchy2"/>
    <dgm:cxn modelId="{F45F46DE-DC1A-42F9-8464-EA4DC136A13D}" type="presOf" srcId="{E3EBBF97-0E8B-4591-ACAC-3419156B3FA0}" destId="{633EF73F-71E6-4646-89C9-1E0D13D3C7F8}" srcOrd="1" destOrd="0" presId="urn:microsoft.com/office/officeart/2005/8/layout/hierarchy2"/>
    <dgm:cxn modelId="{43CA29E6-F289-4140-83E8-AD2E32A4E75E}" type="presOf" srcId="{8DE69300-1CF7-4D70-BF34-43B4DEE08AC7}" destId="{73ABC5CC-9871-43F8-8070-84AE0D1A30C8}" srcOrd="0" destOrd="0" presId="urn:microsoft.com/office/officeart/2005/8/layout/hierarchy2"/>
    <dgm:cxn modelId="{CE5E1EF6-0632-4B36-BE02-6A497D75CA49}" srcId="{A1BDDABD-8788-447C-9202-5DD80BDAD89E}" destId="{934E7FFA-AC5B-4927-AC58-91BE9F331090}" srcOrd="2" destOrd="0" parTransId="{F55499D2-527D-409C-A03B-6B1D85E523B1}" sibTransId="{1F69D0CC-F491-44B5-AB9D-F8B990490ED5}"/>
    <dgm:cxn modelId="{76AFFE5A-6C84-4094-A967-8F77584CFE7E}" type="presParOf" srcId="{B61E8D5F-0B58-498D-8D39-613FEBFA44B4}" destId="{81CCD549-9BE1-4E2A-9876-90C38B5DBE5A}" srcOrd="0" destOrd="0" presId="urn:microsoft.com/office/officeart/2005/8/layout/hierarchy2"/>
    <dgm:cxn modelId="{1CC832AE-4574-4A26-BB74-81D905F99274}" type="presParOf" srcId="{81CCD549-9BE1-4E2A-9876-90C38B5DBE5A}" destId="{D6D334C0-E120-4F77-A64D-97235FB79428}" srcOrd="0" destOrd="0" presId="urn:microsoft.com/office/officeart/2005/8/layout/hierarchy2"/>
    <dgm:cxn modelId="{A4375B24-DC03-4CD0-8D7A-B209CFABA7E5}" type="presParOf" srcId="{81CCD549-9BE1-4E2A-9876-90C38B5DBE5A}" destId="{56CCACAD-7576-46D6-8DD1-DCA025C49EA9}" srcOrd="1" destOrd="0" presId="urn:microsoft.com/office/officeart/2005/8/layout/hierarchy2"/>
    <dgm:cxn modelId="{1AB2C271-842F-418E-8F64-74FFA7C15EB4}" type="presParOf" srcId="{56CCACAD-7576-46D6-8DD1-DCA025C49EA9}" destId="{6B8E8A5B-9939-406A-991D-478330E00B81}" srcOrd="0" destOrd="0" presId="urn:microsoft.com/office/officeart/2005/8/layout/hierarchy2"/>
    <dgm:cxn modelId="{3B4842D2-3B64-4DFC-91AF-EE45703CEA3A}" type="presParOf" srcId="{6B8E8A5B-9939-406A-991D-478330E00B81}" destId="{6F214AA5-CEE5-48C1-B523-81D2D5A8D6B9}" srcOrd="0" destOrd="0" presId="urn:microsoft.com/office/officeart/2005/8/layout/hierarchy2"/>
    <dgm:cxn modelId="{90C39693-C226-4FE0-B2AE-CAFC0B76354E}" type="presParOf" srcId="{56CCACAD-7576-46D6-8DD1-DCA025C49EA9}" destId="{A392526A-3ACB-407D-AE6C-8BFEFCD305AE}" srcOrd="1" destOrd="0" presId="urn:microsoft.com/office/officeart/2005/8/layout/hierarchy2"/>
    <dgm:cxn modelId="{888B35DA-9606-4F1C-85CD-B7869E4CA4FA}" type="presParOf" srcId="{A392526A-3ACB-407D-AE6C-8BFEFCD305AE}" destId="{D5A9AA11-9469-4943-AE59-5303806325EB}" srcOrd="0" destOrd="0" presId="urn:microsoft.com/office/officeart/2005/8/layout/hierarchy2"/>
    <dgm:cxn modelId="{0BAD57D8-5AA5-4B45-83B5-0CF2CE566E8F}" type="presParOf" srcId="{A392526A-3ACB-407D-AE6C-8BFEFCD305AE}" destId="{980DFDFB-B665-4696-B14F-ED4851723C9B}" srcOrd="1" destOrd="0" presId="urn:microsoft.com/office/officeart/2005/8/layout/hierarchy2"/>
    <dgm:cxn modelId="{339E3BFE-6145-4BA1-B619-8997B243A76C}" type="presParOf" srcId="{980DFDFB-B665-4696-B14F-ED4851723C9B}" destId="{CD99725A-DE63-4651-BB14-05D4899C7675}" srcOrd="0" destOrd="0" presId="urn:microsoft.com/office/officeart/2005/8/layout/hierarchy2"/>
    <dgm:cxn modelId="{C89DC2AE-32DA-4353-9BF2-A61DA86F96E6}" type="presParOf" srcId="{CD99725A-DE63-4651-BB14-05D4899C7675}" destId="{603FC4C9-E16E-4CAA-883F-AA99D775E4E9}" srcOrd="0" destOrd="0" presId="urn:microsoft.com/office/officeart/2005/8/layout/hierarchy2"/>
    <dgm:cxn modelId="{0316BC94-1492-4559-BF52-9020E1B3218F}" type="presParOf" srcId="{980DFDFB-B665-4696-B14F-ED4851723C9B}" destId="{E7ADAE0B-9038-4132-ACC6-82F3336BFBF6}" srcOrd="1" destOrd="0" presId="urn:microsoft.com/office/officeart/2005/8/layout/hierarchy2"/>
    <dgm:cxn modelId="{7B206A59-B7F4-4BBA-AD93-4579D0BD85DB}" type="presParOf" srcId="{E7ADAE0B-9038-4132-ACC6-82F3336BFBF6}" destId="{8FF5964F-A6DE-4989-B93A-2E23155216F8}" srcOrd="0" destOrd="0" presId="urn:microsoft.com/office/officeart/2005/8/layout/hierarchy2"/>
    <dgm:cxn modelId="{4D933D10-AB1C-46D4-9874-C0E1FBB6E097}" type="presParOf" srcId="{E7ADAE0B-9038-4132-ACC6-82F3336BFBF6}" destId="{8E0EEDE5-62EB-48CA-B1F1-1620F9310C31}" srcOrd="1" destOrd="0" presId="urn:microsoft.com/office/officeart/2005/8/layout/hierarchy2"/>
    <dgm:cxn modelId="{64726438-99E6-4415-94D4-71B9DFA09DEF}" type="presParOf" srcId="{980DFDFB-B665-4696-B14F-ED4851723C9B}" destId="{3DA0C8D4-C6B1-4AAF-A9D6-43573FAEBA5B}" srcOrd="2" destOrd="0" presId="urn:microsoft.com/office/officeart/2005/8/layout/hierarchy2"/>
    <dgm:cxn modelId="{D6C05296-6BA9-4708-A896-A60B1BAB58B3}" type="presParOf" srcId="{3DA0C8D4-C6B1-4AAF-A9D6-43573FAEBA5B}" destId="{633EF73F-71E6-4646-89C9-1E0D13D3C7F8}" srcOrd="0" destOrd="0" presId="urn:microsoft.com/office/officeart/2005/8/layout/hierarchy2"/>
    <dgm:cxn modelId="{74213E51-91BC-458E-9D41-860547E7195B}" type="presParOf" srcId="{980DFDFB-B665-4696-B14F-ED4851723C9B}" destId="{7BCE40D6-6ADE-40B6-8EF7-8B07A24ED89A}" srcOrd="3" destOrd="0" presId="urn:microsoft.com/office/officeart/2005/8/layout/hierarchy2"/>
    <dgm:cxn modelId="{E3D66E3E-8E8C-4F85-A644-7181C2787BBF}" type="presParOf" srcId="{7BCE40D6-6ADE-40B6-8EF7-8B07A24ED89A}" destId="{5B7D237E-B2EC-4657-AFC4-F2A764643A3F}" srcOrd="0" destOrd="0" presId="urn:microsoft.com/office/officeart/2005/8/layout/hierarchy2"/>
    <dgm:cxn modelId="{A9D469E6-550E-4EE7-B04C-AEBEAE9AB9BA}" type="presParOf" srcId="{7BCE40D6-6ADE-40B6-8EF7-8B07A24ED89A}" destId="{4E26F682-6433-4352-880F-3CAE1598DEC6}" srcOrd="1" destOrd="0" presId="urn:microsoft.com/office/officeart/2005/8/layout/hierarchy2"/>
    <dgm:cxn modelId="{5A6D8A3D-1CBB-4AE8-BF7C-D4581691D116}" type="presParOf" srcId="{980DFDFB-B665-4696-B14F-ED4851723C9B}" destId="{79BD14EF-62F4-4062-B681-232D3CBDAA4B}" srcOrd="4" destOrd="0" presId="urn:microsoft.com/office/officeart/2005/8/layout/hierarchy2"/>
    <dgm:cxn modelId="{197C2370-5813-412F-BAF3-619BDB8E131F}" type="presParOf" srcId="{79BD14EF-62F4-4062-B681-232D3CBDAA4B}" destId="{98803EC2-C861-4B9B-80ED-DCD5694BE6CA}" srcOrd="0" destOrd="0" presId="urn:microsoft.com/office/officeart/2005/8/layout/hierarchy2"/>
    <dgm:cxn modelId="{BF180916-8614-442C-A842-A7535B7A44A2}" type="presParOf" srcId="{980DFDFB-B665-4696-B14F-ED4851723C9B}" destId="{FFD18BBE-A3DB-4836-87E6-14F4FC58F463}" srcOrd="5" destOrd="0" presId="urn:microsoft.com/office/officeart/2005/8/layout/hierarchy2"/>
    <dgm:cxn modelId="{FF88F0D5-674B-4691-B785-9B7746797AD1}" type="presParOf" srcId="{FFD18BBE-A3DB-4836-87E6-14F4FC58F463}" destId="{73ABC5CC-9871-43F8-8070-84AE0D1A30C8}" srcOrd="0" destOrd="0" presId="urn:microsoft.com/office/officeart/2005/8/layout/hierarchy2"/>
    <dgm:cxn modelId="{5097FD22-6E13-459B-828B-522F7AF8C2B8}" type="presParOf" srcId="{FFD18BBE-A3DB-4836-87E6-14F4FC58F463}" destId="{402D7AC4-619E-4D77-A0F4-C30E6143F437}" srcOrd="1" destOrd="0" presId="urn:microsoft.com/office/officeart/2005/8/layout/hierarchy2"/>
    <dgm:cxn modelId="{8DE5450F-CBE1-4483-872E-7E7898FC67D4}" type="presParOf" srcId="{980DFDFB-B665-4696-B14F-ED4851723C9B}" destId="{62E0A3AD-1F10-4E9F-9B6F-0413C64D06EB}" srcOrd="6" destOrd="0" presId="urn:microsoft.com/office/officeart/2005/8/layout/hierarchy2"/>
    <dgm:cxn modelId="{CA2A9AD7-5AF5-4CFA-AA92-61843D0AEFC5}" type="presParOf" srcId="{62E0A3AD-1F10-4E9F-9B6F-0413C64D06EB}" destId="{43C23FFE-A0D1-4E5E-A272-A2D9612537B7}" srcOrd="0" destOrd="0" presId="urn:microsoft.com/office/officeart/2005/8/layout/hierarchy2"/>
    <dgm:cxn modelId="{CBDB8D41-4CC6-4B77-8725-AE6A4A9ADF89}" type="presParOf" srcId="{980DFDFB-B665-4696-B14F-ED4851723C9B}" destId="{6344B1AA-F6A5-4DE0-B07D-C8FD673ABFF3}" srcOrd="7" destOrd="0" presId="urn:microsoft.com/office/officeart/2005/8/layout/hierarchy2"/>
    <dgm:cxn modelId="{06A59FFE-E9D1-4E9F-9F38-971830717415}" type="presParOf" srcId="{6344B1AA-F6A5-4DE0-B07D-C8FD673ABFF3}" destId="{1B169A8E-00E1-4912-885B-C6A2297A4C40}" srcOrd="0" destOrd="0" presId="urn:microsoft.com/office/officeart/2005/8/layout/hierarchy2"/>
    <dgm:cxn modelId="{6BB5DDAC-273F-4E8E-8870-41E32CD590DB}" type="presParOf" srcId="{6344B1AA-F6A5-4DE0-B07D-C8FD673ABFF3}" destId="{11B8655C-DDE9-4ADB-ACE5-E0948F0831B1}" srcOrd="1" destOrd="0" presId="urn:microsoft.com/office/officeart/2005/8/layout/hierarchy2"/>
    <dgm:cxn modelId="{CDA5FAFA-2326-44A7-B4DD-0B3930C501EE}" type="presParOf" srcId="{980DFDFB-B665-4696-B14F-ED4851723C9B}" destId="{E1370E10-1CFF-48FE-B7C6-97D228C5FCC7}" srcOrd="8" destOrd="0" presId="urn:microsoft.com/office/officeart/2005/8/layout/hierarchy2"/>
    <dgm:cxn modelId="{E47E4C15-3504-4D88-953E-05632FC570D2}" type="presParOf" srcId="{E1370E10-1CFF-48FE-B7C6-97D228C5FCC7}" destId="{2EC92ECC-4E18-46CF-9E7B-9E61586E636E}" srcOrd="0" destOrd="0" presId="urn:microsoft.com/office/officeart/2005/8/layout/hierarchy2"/>
    <dgm:cxn modelId="{667B8FFB-64A5-4A34-AEC2-8B5E0DAFA11F}" type="presParOf" srcId="{980DFDFB-B665-4696-B14F-ED4851723C9B}" destId="{78AECED2-335D-40C0-BEF7-7BC544CD64D3}" srcOrd="9" destOrd="0" presId="urn:microsoft.com/office/officeart/2005/8/layout/hierarchy2"/>
    <dgm:cxn modelId="{7AA746DA-32CD-4C72-A336-1D5C15C5741C}" type="presParOf" srcId="{78AECED2-335D-40C0-BEF7-7BC544CD64D3}" destId="{B81345A3-6D6F-4BCB-95DB-EF26572F403F}" srcOrd="0" destOrd="0" presId="urn:microsoft.com/office/officeart/2005/8/layout/hierarchy2"/>
    <dgm:cxn modelId="{935C5418-F26D-4776-BA10-B8F431B6AF77}" type="presParOf" srcId="{78AECED2-335D-40C0-BEF7-7BC544CD64D3}" destId="{B70125DC-FF35-425A-B566-931E8AE695A0}" srcOrd="1" destOrd="0" presId="urn:microsoft.com/office/officeart/2005/8/layout/hierarchy2"/>
    <dgm:cxn modelId="{94038962-90D5-4C58-B915-FD86B9868A18}" type="presParOf" srcId="{56CCACAD-7576-46D6-8DD1-DCA025C49EA9}" destId="{2077C137-51A7-4114-B771-09FD52C4656A}" srcOrd="2" destOrd="0" presId="urn:microsoft.com/office/officeart/2005/8/layout/hierarchy2"/>
    <dgm:cxn modelId="{E0B27D93-15E2-4EBC-A5EA-8D495CD96FBE}" type="presParOf" srcId="{2077C137-51A7-4114-B771-09FD52C4656A}" destId="{2E43A087-4C51-418E-BCD9-5C6080E1D8E7}" srcOrd="0" destOrd="0" presId="urn:microsoft.com/office/officeart/2005/8/layout/hierarchy2"/>
    <dgm:cxn modelId="{EEF79725-4069-4BE2-8A6F-E74F38B32ED3}" type="presParOf" srcId="{56CCACAD-7576-46D6-8DD1-DCA025C49EA9}" destId="{3E8E46E2-9104-404F-AD46-A0A86E00E9AA}" srcOrd="3" destOrd="0" presId="urn:microsoft.com/office/officeart/2005/8/layout/hierarchy2"/>
    <dgm:cxn modelId="{86B1AC2C-EFC8-4DCA-97FD-9D62AEFF1266}" type="presParOf" srcId="{3E8E46E2-9104-404F-AD46-A0A86E00E9AA}" destId="{E53BB04E-5591-4BDE-937C-76B4D0FCB32E}" srcOrd="0" destOrd="0" presId="urn:microsoft.com/office/officeart/2005/8/layout/hierarchy2"/>
    <dgm:cxn modelId="{4164ADE8-DF26-48EB-BA02-10EF41334F2C}" type="presParOf" srcId="{3E8E46E2-9104-404F-AD46-A0A86E00E9AA}" destId="{7B93F903-964E-48C6-B0F6-FF1328DD1F5F}" srcOrd="1" destOrd="0" presId="urn:microsoft.com/office/officeart/2005/8/layout/hierarchy2"/>
    <dgm:cxn modelId="{29D768CA-CCF2-4296-B558-9876B3908F6D}" type="presParOf" srcId="{56CCACAD-7576-46D6-8DD1-DCA025C49EA9}" destId="{CE72C563-7722-4ED1-92CB-E85192409958}" srcOrd="4" destOrd="0" presId="urn:microsoft.com/office/officeart/2005/8/layout/hierarchy2"/>
    <dgm:cxn modelId="{93A2FD45-44C1-4F04-BCCF-5231FD88CBF7}" type="presParOf" srcId="{CE72C563-7722-4ED1-92CB-E85192409958}" destId="{2D366AB3-DBF9-4C89-B7B8-49BB45A29D6B}" srcOrd="0" destOrd="0" presId="urn:microsoft.com/office/officeart/2005/8/layout/hierarchy2"/>
    <dgm:cxn modelId="{F7D3BEAE-74D4-4D52-A968-5A73A14BCECD}" type="presParOf" srcId="{56CCACAD-7576-46D6-8DD1-DCA025C49EA9}" destId="{37CAE710-9912-4918-835D-0A9E56F701B6}" srcOrd="5" destOrd="0" presId="urn:microsoft.com/office/officeart/2005/8/layout/hierarchy2"/>
    <dgm:cxn modelId="{1E4740F4-E823-4FB0-A728-891C8261222D}" type="presParOf" srcId="{37CAE710-9912-4918-835D-0A9E56F701B6}" destId="{2574A91E-BA9A-43C0-B7AB-999CF5C1270B}" srcOrd="0" destOrd="0" presId="urn:microsoft.com/office/officeart/2005/8/layout/hierarchy2"/>
    <dgm:cxn modelId="{6CC4F471-52AA-4A1B-B21F-E7397794DF88}" type="presParOf" srcId="{37CAE710-9912-4918-835D-0A9E56F701B6}" destId="{289CE47D-3032-4324-947C-30F362766C9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CAD775-F076-424E-A6EA-C894764C269A}" type="doc">
      <dgm:prSet loTypeId="urn:microsoft.com/office/officeart/2005/8/layout/hierarchy6" loCatId="hierarchy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22FE7F74-4D2E-41A2-87AD-9C62BCF71604}">
      <dgm:prSet phldrT="[Text]"/>
      <dgm:spPr/>
      <dgm:t>
        <a:bodyPr/>
        <a:lstStyle/>
        <a:p>
          <a:r>
            <a:rPr lang="en-US" dirty="0"/>
            <a:t>Literals</a:t>
          </a:r>
        </a:p>
      </dgm:t>
    </dgm:pt>
    <dgm:pt modelId="{847524D9-83A4-497F-8BEB-68CED2790102}" type="parTrans" cxnId="{9B355A61-49E3-41D6-8D46-6011C2393ADF}">
      <dgm:prSet/>
      <dgm:spPr/>
      <dgm:t>
        <a:bodyPr/>
        <a:lstStyle/>
        <a:p>
          <a:endParaRPr lang="en-US"/>
        </a:p>
      </dgm:t>
    </dgm:pt>
    <dgm:pt modelId="{B900911D-E2C2-49B5-92D9-4FE4956F6577}" type="sibTrans" cxnId="{9B355A61-49E3-41D6-8D46-6011C2393ADF}">
      <dgm:prSet/>
      <dgm:spPr/>
      <dgm:t>
        <a:bodyPr/>
        <a:lstStyle/>
        <a:p>
          <a:endParaRPr lang="en-US"/>
        </a:p>
      </dgm:t>
    </dgm:pt>
    <dgm:pt modelId="{B247C405-2113-44CF-93B1-BC4610DD84E9}">
      <dgm:prSet phldrT="[Text]"/>
      <dgm:spPr/>
      <dgm:t>
        <a:bodyPr/>
        <a:lstStyle/>
        <a:p>
          <a:r>
            <a:rPr lang="en-US" dirty="0"/>
            <a:t>Integer Literals</a:t>
          </a:r>
        </a:p>
      </dgm:t>
    </dgm:pt>
    <dgm:pt modelId="{53194505-FF6A-4A9D-85A1-0A412F758E1C}" type="parTrans" cxnId="{5DF6A49B-DEA1-4AE2-9172-7021FE853CAA}">
      <dgm:prSet/>
      <dgm:spPr/>
      <dgm:t>
        <a:bodyPr/>
        <a:lstStyle/>
        <a:p>
          <a:endParaRPr lang="en-US"/>
        </a:p>
      </dgm:t>
    </dgm:pt>
    <dgm:pt modelId="{D695FFC6-6145-4084-8E6A-0801E16A2452}" type="sibTrans" cxnId="{5DF6A49B-DEA1-4AE2-9172-7021FE853CAA}">
      <dgm:prSet/>
      <dgm:spPr/>
      <dgm:t>
        <a:bodyPr/>
        <a:lstStyle/>
        <a:p>
          <a:endParaRPr lang="en-US"/>
        </a:p>
      </dgm:t>
    </dgm:pt>
    <dgm:pt modelId="{9321461F-0C88-4588-9308-E6623FDF3050}">
      <dgm:prSet phldrT="[Text]"/>
      <dgm:spPr/>
      <dgm:t>
        <a:bodyPr/>
        <a:lstStyle/>
        <a:p>
          <a:r>
            <a:rPr lang="en-US" dirty="0"/>
            <a:t>Floating-Point Literals</a:t>
          </a:r>
        </a:p>
      </dgm:t>
    </dgm:pt>
    <dgm:pt modelId="{3B7F99A9-B18F-4554-B282-7B61A09BD64C}" type="parTrans" cxnId="{C1879D62-652C-4893-868F-66F0B0727A42}">
      <dgm:prSet/>
      <dgm:spPr/>
      <dgm:t>
        <a:bodyPr/>
        <a:lstStyle/>
        <a:p>
          <a:endParaRPr lang="en-US"/>
        </a:p>
      </dgm:t>
    </dgm:pt>
    <dgm:pt modelId="{C786ECA3-B95F-4198-AFF3-EB5F64266EAC}" type="sibTrans" cxnId="{C1879D62-652C-4893-868F-66F0B0727A42}">
      <dgm:prSet/>
      <dgm:spPr/>
      <dgm:t>
        <a:bodyPr/>
        <a:lstStyle/>
        <a:p>
          <a:endParaRPr lang="en-US"/>
        </a:p>
      </dgm:t>
    </dgm:pt>
    <dgm:pt modelId="{E5F2A733-892A-4EED-A3FF-1A72B9906899}" type="pres">
      <dgm:prSet presAssocID="{9DCAD775-F076-424E-A6EA-C894764C269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BE46F5B-137F-4DEA-AD1F-B81BDE98F1D8}" type="pres">
      <dgm:prSet presAssocID="{9DCAD775-F076-424E-A6EA-C894764C269A}" presName="hierFlow" presStyleCnt="0"/>
      <dgm:spPr/>
    </dgm:pt>
    <dgm:pt modelId="{2B1E0169-FD2A-4657-B27B-905FE3C4BCF1}" type="pres">
      <dgm:prSet presAssocID="{9DCAD775-F076-424E-A6EA-C894764C269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8000B7B-41E4-4F0F-B539-2999754DF88A}" type="pres">
      <dgm:prSet presAssocID="{22FE7F74-4D2E-41A2-87AD-9C62BCF71604}" presName="Name14" presStyleCnt="0"/>
      <dgm:spPr/>
    </dgm:pt>
    <dgm:pt modelId="{C4A66E70-5D89-42D4-B0A7-8386F78F464A}" type="pres">
      <dgm:prSet presAssocID="{22FE7F74-4D2E-41A2-87AD-9C62BCF71604}" presName="level1Shape" presStyleLbl="node0" presStyleIdx="0" presStyleCnt="1">
        <dgm:presLayoutVars>
          <dgm:chPref val="3"/>
        </dgm:presLayoutVars>
      </dgm:prSet>
      <dgm:spPr/>
    </dgm:pt>
    <dgm:pt modelId="{E857027A-F8FD-4DC8-A986-ADD101E50BB5}" type="pres">
      <dgm:prSet presAssocID="{22FE7F74-4D2E-41A2-87AD-9C62BCF71604}" presName="hierChild2" presStyleCnt="0"/>
      <dgm:spPr/>
    </dgm:pt>
    <dgm:pt modelId="{A7F771E8-BB10-4687-9E67-C628C7602C89}" type="pres">
      <dgm:prSet presAssocID="{53194505-FF6A-4A9D-85A1-0A412F758E1C}" presName="Name19" presStyleLbl="parChTrans1D2" presStyleIdx="0" presStyleCnt="2"/>
      <dgm:spPr/>
    </dgm:pt>
    <dgm:pt modelId="{CD3A1D5C-6A52-4383-A35C-F8D15C4B987F}" type="pres">
      <dgm:prSet presAssocID="{B247C405-2113-44CF-93B1-BC4610DD84E9}" presName="Name21" presStyleCnt="0"/>
      <dgm:spPr/>
    </dgm:pt>
    <dgm:pt modelId="{EAF749FD-6275-477E-864F-68659695961C}" type="pres">
      <dgm:prSet presAssocID="{B247C405-2113-44CF-93B1-BC4610DD84E9}" presName="level2Shape" presStyleLbl="node2" presStyleIdx="0" presStyleCnt="2"/>
      <dgm:spPr/>
    </dgm:pt>
    <dgm:pt modelId="{E1C44B00-13A2-4F6A-A98A-7196F5005B71}" type="pres">
      <dgm:prSet presAssocID="{B247C405-2113-44CF-93B1-BC4610DD84E9}" presName="hierChild3" presStyleCnt="0"/>
      <dgm:spPr/>
    </dgm:pt>
    <dgm:pt modelId="{D030EEDC-0AE5-44F7-A610-80F16A237936}" type="pres">
      <dgm:prSet presAssocID="{3B7F99A9-B18F-4554-B282-7B61A09BD64C}" presName="Name19" presStyleLbl="parChTrans1D2" presStyleIdx="1" presStyleCnt="2"/>
      <dgm:spPr/>
    </dgm:pt>
    <dgm:pt modelId="{7235B80D-AF35-438F-B6DF-3E2005AE2803}" type="pres">
      <dgm:prSet presAssocID="{9321461F-0C88-4588-9308-E6623FDF3050}" presName="Name21" presStyleCnt="0"/>
      <dgm:spPr/>
    </dgm:pt>
    <dgm:pt modelId="{BE69CE94-70C7-40B9-8815-CCF35467350F}" type="pres">
      <dgm:prSet presAssocID="{9321461F-0C88-4588-9308-E6623FDF3050}" presName="level2Shape" presStyleLbl="node2" presStyleIdx="1" presStyleCnt="2"/>
      <dgm:spPr/>
    </dgm:pt>
    <dgm:pt modelId="{FB7F522C-0570-4D83-AF34-10D0889AE032}" type="pres">
      <dgm:prSet presAssocID="{9321461F-0C88-4588-9308-E6623FDF3050}" presName="hierChild3" presStyleCnt="0"/>
      <dgm:spPr/>
    </dgm:pt>
    <dgm:pt modelId="{8AFAA31C-B61A-4E92-AA91-F9130603C5A5}" type="pres">
      <dgm:prSet presAssocID="{9DCAD775-F076-424E-A6EA-C894764C269A}" presName="bgShapesFlow" presStyleCnt="0"/>
      <dgm:spPr/>
    </dgm:pt>
  </dgm:ptLst>
  <dgm:cxnLst>
    <dgm:cxn modelId="{C32B7136-8E32-49B9-BD07-9EBC29185FFA}" type="presOf" srcId="{3B7F99A9-B18F-4554-B282-7B61A09BD64C}" destId="{D030EEDC-0AE5-44F7-A610-80F16A237936}" srcOrd="0" destOrd="0" presId="urn:microsoft.com/office/officeart/2005/8/layout/hierarchy6"/>
    <dgm:cxn modelId="{9B355A61-49E3-41D6-8D46-6011C2393ADF}" srcId="{9DCAD775-F076-424E-A6EA-C894764C269A}" destId="{22FE7F74-4D2E-41A2-87AD-9C62BCF71604}" srcOrd="0" destOrd="0" parTransId="{847524D9-83A4-497F-8BEB-68CED2790102}" sibTransId="{B900911D-E2C2-49B5-92D9-4FE4956F6577}"/>
    <dgm:cxn modelId="{C1879D62-652C-4893-868F-66F0B0727A42}" srcId="{22FE7F74-4D2E-41A2-87AD-9C62BCF71604}" destId="{9321461F-0C88-4588-9308-E6623FDF3050}" srcOrd="1" destOrd="0" parTransId="{3B7F99A9-B18F-4554-B282-7B61A09BD64C}" sibTransId="{C786ECA3-B95F-4198-AFF3-EB5F64266EAC}"/>
    <dgm:cxn modelId="{D281F782-BD5F-420F-A88D-1BE3A8559AC5}" type="presOf" srcId="{22FE7F74-4D2E-41A2-87AD-9C62BCF71604}" destId="{C4A66E70-5D89-42D4-B0A7-8386F78F464A}" srcOrd="0" destOrd="0" presId="urn:microsoft.com/office/officeart/2005/8/layout/hierarchy6"/>
    <dgm:cxn modelId="{96A6648C-2406-44EA-8AEF-1D8A1C12A242}" type="presOf" srcId="{B247C405-2113-44CF-93B1-BC4610DD84E9}" destId="{EAF749FD-6275-477E-864F-68659695961C}" srcOrd="0" destOrd="0" presId="urn:microsoft.com/office/officeart/2005/8/layout/hierarchy6"/>
    <dgm:cxn modelId="{5DF6A49B-DEA1-4AE2-9172-7021FE853CAA}" srcId="{22FE7F74-4D2E-41A2-87AD-9C62BCF71604}" destId="{B247C405-2113-44CF-93B1-BC4610DD84E9}" srcOrd="0" destOrd="0" parTransId="{53194505-FF6A-4A9D-85A1-0A412F758E1C}" sibTransId="{D695FFC6-6145-4084-8E6A-0801E16A2452}"/>
    <dgm:cxn modelId="{A561D69B-A918-4320-8236-EF31B3BC0C06}" type="presOf" srcId="{9DCAD775-F076-424E-A6EA-C894764C269A}" destId="{E5F2A733-892A-4EED-A3FF-1A72B9906899}" srcOrd="0" destOrd="0" presId="urn:microsoft.com/office/officeart/2005/8/layout/hierarchy6"/>
    <dgm:cxn modelId="{E9890DB3-B542-4BAB-8794-23A5DA850E6D}" type="presOf" srcId="{53194505-FF6A-4A9D-85A1-0A412F758E1C}" destId="{A7F771E8-BB10-4687-9E67-C628C7602C89}" srcOrd="0" destOrd="0" presId="urn:microsoft.com/office/officeart/2005/8/layout/hierarchy6"/>
    <dgm:cxn modelId="{15650DED-1663-4B7C-8971-3D95B5B709A5}" type="presOf" srcId="{9321461F-0C88-4588-9308-E6623FDF3050}" destId="{BE69CE94-70C7-40B9-8815-CCF35467350F}" srcOrd="0" destOrd="0" presId="urn:microsoft.com/office/officeart/2005/8/layout/hierarchy6"/>
    <dgm:cxn modelId="{21F75A5D-DF69-4518-AFA0-3FAD6DC3DB51}" type="presParOf" srcId="{E5F2A733-892A-4EED-A3FF-1A72B9906899}" destId="{6BE46F5B-137F-4DEA-AD1F-B81BDE98F1D8}" srcOrd="0" destOrd="0" presId="urn:microsoft.com/office/officeart/2005/8/layout/hierarchy6"/>
    <dgm:cxn modelId="{E84A2E2A-5F02-4B23-A91C-9A4CA835ABF2}" type="presParOf" srcId="{6BE46F5B-137F-4DEA-AD1F-B81BDE98F1D8}" destId="{2B1E0169-FD2A-4657-B27B-905FE3C4BCF1}" srcOrd="0" destOrd="0" presId="urn:microsoft.com/office/officeart/2005/8/layout/hierarchy6"/>
    <dgm:cxn modelId="{6F6B44E4-2CE1-47F8-A53B-E05230496FDC}" type="presParOf" srcId="{2B1E0169-FD2A-4657-B27B-905FE3C4BCF1}" destId="{C8000B7B-41E4-4F0F-B539-2999754DF88A}" srcOrd="0" destOrd="0" presId="urn:microsoft.com/office/officeart/2005/8/layout/hierarchy6"/>
    <dgm:cxn modelId="{AE54E631-7F7A-454B-87DB-FEFEC280E7BA}" type="presParOf" srcId="{C8000B7B-41E4-4F0F-B539-2999754DF88A}" destId="{C4A66E70-5D89-42D4-B0A7-8386F78F464A}" srcOrd="0" destOrd="0" presId="urn:microsoft.com/office/officeart/2005/8/layout/hierarchy6"/>
    <dgm:cxn modelId="{9BC49631-44D0-41AD-BE54-CAC6567CB617}" type="presParOf" srcId="{C8000B7B-41E4-4F0F-B539-2999754DF88A}" destId="{E857027A-F8FD-4DC8-A986-ADD101E50BB5}" srcOrd="1" destOrd="0" presId="urn:microsoft.com/office/officeart/2005/8/layout/hierarchy6"/>
    <dgm:cxn modelId="{40F72467-9A5A-40AF-B61D-30E15DB7DA92}" type="presParOf" srcId="{E857027A-F8FD-4DC8-A986-ADD101E50BB5}" destId="{A7F771E8-BB10-4687-9E67-C628C7602C89}" srcOrd="0" destOrd="0" presId="urn:microsoft.com/office/officeart/2005/8/layout/hierarchy6"/>
    <dgm:cxn modelId="{309CF70F-B132-480F-80F3-DFAE0C71938D}" type="presParOf" srcId="{E857027A-F8FD-4DC8-A986-ADD101E50BB5}" destId="{CD3A1D5C-6A52-4383-A35C-F8D15C4B987F}" srcOrd="1" destOrd="0" presId="urn:microsoft.com/office/officeart/2005/8/layout/hierarchy6"/>
    <dgm:cxn modelId="{86F4B550-6E9F-4FD5-B377-1EEBF86C62C2}" type="presParOf" srcId="{CD3A1D5C-6A52-4383-A35C-F8D15C4B987F}" destId="{EAF749FD-6275-477E-864F-68659695961C}" srcOrd="0" destOrd="0" presId="urn:microsoft.com/office/officeart/2005/8/layout/hierarchy6"/>
    <dgm:cxn modelId="{D23A8A80-2029-472C-AFA7-8C983052A96B}" type="presParOf" srcId="{CD3A1D5C-6A52-4383-A35C-F8D15C4B987F}" destId="{E1C44B00-13A2-4F6A-A98A-7196F5005B71}" srcOrd="1" destOrd="0" presId="urn:microsoft.com/office/officeart/2005/8/layout/hierarchy6"/>
    <dgm:cxn modelId="{E151EA0F-BC31-45F4-AADE-7B15540F867F}" type="presParOf" srcId="{E857027A-F8FD-4DC8-A986-ADD101E50BB5}" destId="{D030EEDC-0AE5-44F7-A610-80F16A237936}" srcOrd="2" destOrd="0" presId="urn:microsoft.com/office/officeart/2005/8/layout/hierarchy6"/>
    <dgm:cxn modelId="{4E5F76E2-C370-461C-978C-A2FDEEC6D3E8}" type="presParOf" srcId="{E857027A-F8FD-4DC8-A986-ADD101E50BB5}" destId="{7235B80D-AF35-438F-B6DF-3E2005AE2803}" srcOrd="3" destOrd="0" presId="urn:microsoft.com/office/officeart/2005/8/layout/hierarchy6"/>
    <dgm:cxn modelId="{81C5526E-8B27-42AA-BF7C-95A19AE18F76}" type="presParOf" srcId="{7235B80D-AF35-438F-B6DF-3E2005AE2803}" destId="{BE69CE94-70C7-40B9-8815-CCF35467350F}" srcOrd="0" destOrd="0" presId="urn:microsoft.com/office/officeart/2005/8/layout/hierarchy6"/>
    <dgm:cxn modelId="{33B4C1BA-337B-4BD2-B56F-FE25157E39C0}" type="presParOf" srcId="{7235B80D-AF35-438F-B6DF-3E2005AE2803}" destId="{FB7F522C-0570-4D83-AF34-10D0889AE032}" srcOrd="1" destOrd="0" presId="urn:microsoft.com/office/officeart/2005/8/layout/hierarchy6"/>
    <dgm:cxn modelId="{38F7E78B-8BA2-4956-BDE9-6CC2F533B771}" type="presParOf" srcId="{E5F2A733-892A-4EED-A3FF-1A72B9906899}" destId="{8AFAA31C-B61A-4E92-AA91-F9130603C5A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8E4ED-0C0D-4A0F-B5A0-3E01F7A0DABB}">
      <dsp:nvSpPr>
        <dsp:cNvPr id="0" name=""/>
        <dsp:cNvSpPr/>
      </dsp:nvSpPr>
      <dsp:spPr>
        <a:xfrm>
          <a:off x="0" y="14413"/>
          <a:ext cx="4683949" cy="8739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Java Primitive Data Types</a:t>
          </a:r>
        </a:p>
      </dsp:txBody>
      <dsp:txXfrm>
        <a:off x="42663" y="57076"/>
        <a:ext cx="4598623" cy="788627"/>
      </dsp:txXfrm>
    </dsp:sp>
    <dsp:sp modelId="{7DCC83B2-39B9-439E-9DF2-8BFE199CC80A}">
      <dsp:nvSpPr>
        <dsp:cNvPr id="0" name=""/>
        <dsp:cNvSpPr/>
      </dsp:nvSpPr>
      <dsp:spPr>
        <a:xfrm>
          <a:off x="0" y="951726"/>
          <a:ext cx="4683949" cy="873953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Literals – Numeric Literals</a:t>
          </a:r>
        </a:p>
      </dsp:txBody>
      <dsp:txXfrm>
        <a:off x="42663" y="994389"/>
        <a:ext cx="4598623" cy="788627"/>
      </dsp:txXfrm>
    </dsp:sp>
    <dsp:sp modelId="{F5AED2B7-FEB8-4906-AD82-559D23DC05DB}">
      <dsp:nvSpPr>
        <dsp:cNvPr id="0" name=""/>
        <dsp:cNvSpPr/>
      </dsp:nvSpPr>
      <dsp:spPr>
        <a:xfrm>
          <a:off x="0" y="1889040"/>
          <a:ext cx="4683949" cy="873953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Assignment Statement and Assignment Expression</a:t>
          </a:r>
        </a:p>
      </dsp:txBody>
      <dsp:txXfrm>
        <a:off x="42663" y="1931703"/>
        <a:ext cx="4598623" cy="788627"/>
      </dsp:txXfrm>
    </dsp:sp>
    <dsp:sp modelId="{709F8340-8902-4DF7-8A32-0DBAF8B75879}">
      <dsp:nvSpPr>
        <dsp:cNvPr id="0" name=""/>
        <dsp:cNvSpPr/>
      </dsp:nvSpPr>
      <dsp:spPr>
        <a:xfrm>
          <a:off x="0" y="2826353"/>
          <a:ext cx="4683949" cy="873953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Augmented Assignment Operators</a:t>
          </a:r>
        </a:p>
      </dsp:txBody>
      <dsp:txXfrm>
        <a:off x="42663" y="2869016"/>
        <a:ext cx="4598623" cy="788627"/>
      </dsp:txXfrm>
    </dsp:sp>
    <dsp:sp modelId="{2A67EF12-D597-4AE3-BEE4-0B7196F545BE}">
      <dsp:nvSpPr>
        <dsp:cNvPr id="0" name=""/>
        <dsp:cNvSpPr/>
      </dsp:nvSpPr>
      <dsp:spPr>
        <a:xfrm>
          <a:off x="0" y="3763666"/>
          <a:ext cx="4683949" cy="873953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Type Casting</a:t>
          </a:r>
        </a:p>
      </dsp:txBody>
      <dsp:txXfrm>
        <a:off x="42663" y="3806329"/>
        <a:ext cx="4598623" cy="788627"/>
      </dsp:txXfrm>
    </dsp:sp>
    <dsp:sp modelId="{2262B356-4635-4C64-A11B-E5CEFC85EF10}">
      <dsp:nvSpPr>
        <dsp:cNvPr id="0" name=""/>
        <dsp:cNvSpPr/>
      </dsp:nvSpPr>
      <dsp:spPr>
        <a:xfrm>
          <a:off x="0" y="4700980"/>
          <a:ext cx="4683949" cy="87395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Class String</a:t>
          </a:r>
        </a:p>
      </dsp:txBody>
      <dsp:txXfrm>
        <a:off x="42663" y="4743643"/>
        <a:ext cx="4598623" cy="788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D334C0-E120-4F77-A64D-97235FB79428}">
      <dsp:nvSpPr>
        <dsp:cNvPr id="0" name=""/>
        <dsp:cNvSpPr/>
      </dsp:nvSpPr>
      <dsp:spPr>
        <a:xfrm>
          <a:off x="1128489" y="2816367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Primitive Data Type</a:t>
          </a:r>
        </a:p>
      </dsp:txBody>
      <dsp:txXfrm>
        <a:off x="1152387" y="2840265"/>
        <a:ext cx="1584104" cy="768154"/>
      </dsp:txXfrm>
    </dsp:sp>
    <dsp:sp modelId="{6B8E8A5B-9939-406A-991D-478330E00B81}">
      <dsp:nvSpPr>
        <dsp:cNvPr id="0" name=""/>
        <dsp:cNvSpPr/>
      </dsp:nvSpPr>
      <dsp:spPr>
        <a:xfrm rot="18289469">
          <a:off x="2515240" y="2739109"/>
          <a:ext cx="11430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4305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8193" y="2726594"/>
        <a:ext cx="57152" cy="57152"/>
      </dsp:txXfrm>
    </dsp:sp>
    <dsp:sp modelId="{D5A9AA11-9469-4943-AE59-5303806325EB}">
      <dsp:nvSpPr>
        <dsp:cNvPr id="0" name=""/>
        <dsp:cNvSpPr/>
      </dsp:nvSpPr>
      <dsp:spPr>
        <a:xfrm>
          <a:off x="3413149" y="1878024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Integral</a:t>
          </a:r>
        </a:p>
      </dsp:txBody>
      <dsp:txXfrm>
        <a:off x="3437047" y="1901922"/>
        <a:ext cx="1584104" cy="768154"/>
      </dsp:txXfrm>
    </dsp:sp>
    <dsp:sp modelId="{CD99725A-DE63-4651-BB14-05D4899C7675}">
      <dsp:nvSpPr>
        <dsp:cNvPr id="0" name=""/>
        <dsp:cNvSpPr/>
      </dsp:nvSpPr>
      <dsp:spPr>
        <a:xfrm rot="17350740">
          <a:off x="4377945" y="1331595"/>
          <a:ext cx="198696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98696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321756" y="1297983"/>
        <a:ext cx="99348" cy="99348"/>
      </dsp:txXfrm>
    </dsp:sp>
    <dsp:sp modelId="{8FF5964F-A6DE-4989-B93A-2E23155216F8}">
      <dsp:nvSpPr>
        <dsp:cNvPr id="0" name=""/>
        <dsp:cNvSpPr/>
      </dsp:nvSpPr>
      <dsp:spPr>
        <a:xfrm>
          <a:off x="5697810" y="1339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char</a:t>
          </a:r>
        </a:p>
      </dsp:txBody>
      <dsp:txXfrm>
        <a:off x="5721708" y="25237"/>
        <a:ext cx="1584104" cy="768154"/>
      </dsp:txXfrm>
    </dsp:sp>
    <dsp:sp modelId="{3DA0C8D4-C6B1-4AAF-A9D6-43573FAEBA5B}">
      <dsp:nvSpPr>
        <dsp:cNvPr id="0" name=""/>
        <dsp:cNvSpPr/>
      </dsp:nvSpPr>
      <dsp:spPr>
        <a:xfrm rot="18289469">
          <a:off x="4799900" y="1800766"/>
          <a:ext cx="11430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4305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42853" y="1788252"/>
        <a:ext cx="57152" cy="57152"/>
      </dsp:txXfrm>
    </dsp:sp>
    <dsp:sp modelId="{5B7D237E-B2EC-4657-AFC4-F2A764643A3F}">
      <dsp:nvSpPr>
        <dsp:cNvPr id="0" name=""/>
        <dsp:cNvSpPr/>
      </dsp:nvSpPr>
      <dsp:spPr>
        <a:xfrm>
          <a:off x="5697810" y="939682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byte</a:t>
          </a:r>
        </a:p>
      </dsp:txBody>
      <dsp:txXfrm>
        <a:off x="5721708" y="963580"/>
        <a:ext cx="1584104" cy="768154"/>
      </dsp:txXfrm>
    </dsp:sp>
    <dsp:sp modelId="{79BD14EF-62F4-4062-B681-232D3CBDAA4B}">
      <dsp:nvSpPr>
        <dsp:cNvPr id="0" name=""/>
        <dsp:cNvSpPr/>
      </dsp:nvSpPr>
      <dsp:spPr>
        <a:xfrm>
          <a:off x="5045050" y="2269937"/>
          <a:ext cx="65276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52760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5111" y="2269680"/>
        <a:ext cx="32638" cy="32638"/>
      </dsp:txXfrm>
    </dsp:sp>
    <dsp:sp modelId="{73ABC5CC-9871-43F8-8070-84AE0D1A30C8}">
      <dsp:nvSpPr>
        <dsp:cNvPr id="0" name=""/>
        <dsp:cNvSpPr/>
      </dsp:nvSpPr>
      <dsp:spPr>
        <a:xfrm>
          <a:off x="5697810" y="1878024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short</a:t>
          </a:r>
        </a:p>
      </dsp:txBody>
      <dsp:txXfrm>
        <a:off x="5721708" y="1901922"/>
        <a:ext cx="1584104" cy="768154"/>
      </dsp:txXfrm>
    </dsp:sp>
    <dsp:sp modelId="{62E0A3AD-1F10-4E9F-9B6F-0413C64D06EB}">
      <dsp:nvSpPr>
        <dsp:cNvPr id="0" name=""/>
        <dsp:cNvSpPr/>
      </dsp:nvSpPr>
      <dsp:spPr>
        <a:xfrm rot="3310531">
          <a:off x="4799900" y="2739109"/>
          <a:ext cx="11430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4305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42853" y="2726594"/>
        <a:ext cx="57152" cy="57152"/>
      </dsp:txXfrm>
    </dsp:sp>
    <dsp:sp modelId="{1B169A8E-00E1-4912-885B-C6A2297A4C40}">
      <dsp:nvSpPr>
        <dsp:cNvPr id="0" name=""/>
        <dsp:cNvSpPr/>
      </dsp:nvSpPr>
      <dsp:spPr>
        <a:xfrm>
          <a:off x="5697810" y="2816367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int</a:t>
          </a:r>
          <a:endParaRPr lang="en-US" sz="2600" kern="1200" dirty="0"/>
        </a:p>
      </dsp:txBody>
      <dsp:txXfrm>
        <a:off x="5721708" y="2840265"/>
        <a:ext cx="1584104" cy="768154"/>
      </dsp:txXfrm>
    </dsp:sp>
    <dsp:sp modelId="{E1370E10-1CFF-48FE-B7C6-97D228C5FCC7}">
      <dsp:nvSpPr>
        <dsp:cNvPr id="0" name=""/>
        <dsp:cNvSpPr/>
      </dsp:nvSpPr>
      <dsp:spPr>
        <a:xfrm rot="4249260">
          <a:off x="4377945" y="3208280"/>
          <a:ext cx="198696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98696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321756" y="3174668"/>
        <a:ext cx="99348" cy="99348"/>
      </dsp:txXfrm>
    </dsp:sp>
    <dsp:sp modelId="{B81345A3-6D6F-4BCB-95DB-EF26572F403F}">
      <dsp:nvSpPr>
        <dsp:cNvPr id="0" name=""/>
        <dsp:cNvSpPr/>
      </dsp:nvSpPr>
      <dsp:spPr>
        <a:xfrm>
          <a:off x="5697810" y="3754710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long</a:t>
          </a:r>
        </a:p>
      </dsp:txBody>
      <dsp:txXfrm>
        <a:off x="5721708" y="3778608"/>
        <a:ext cx="1584104" cy="768154"/>
      </dsp:txXfrm>
    </dsp:sp>
    <dsp:sp modelId="{2077C137-51A7-4114-B771-09FD52C4656A}">
      <dsp:nvSpPr>
        <dsp:cNvPr id="0" name=""/>
        <dsp:cNvSpPr/>
      </dsp:nvSpPr>
      <dsp:spPr>
        <a:xfrm>
          <a:off x="2760389" y="3208280"/>
          <a:ext cx="65276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52760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70450" y="3208023"/>
        <a:ext cx="32638" cy="32638"/>
      </dsp:txXfrm>
    </dsp:sp>
    <dsp:sp modelId="{E53BB04E-5591-4BDE-937C-76B4D0FCB32E}">
      <dsp:nvSpPr>
        <dsp:cNvPr id="0" name=""/>
        <dsp:cNvSpPr/>
      </dsp:nvSpPr>
      <dsp:spPr>
        <a:xfrm>
          <a:off x="3413149" y="2816367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Floating-point</a:t>
          </a:r>
        </a:p>
      </dsp:txBody>
      <dsp:txXfrm>
        <a:off x="3437047" y="2840265"/>
        <a:ext cx="1584104" cy="768154"/>
      </dsp:txXfrm>
    </dsp:sp>
    <dsp:sp modelId="{CE72C563-7722-4ED1-92CB-E85192409958}">
      <dsp:nvSpPr>
        <dsp:cNvPr id="0" name=""/>
        <dsp:cNvSpPr/>
      </dsp:nvSpPr>
      <dsp:spPr>
        <a:xfrm rot="3310531">
          <a:off x="2515240" y="3677452"/>
          <a:ext cx="11430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4305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8193" y="3664937"/>
        <a:ext cx="57152" cy="57152"/>
      </dsp:txXfrm>
    </dsp:sp>
    <dsp:sp modelId="{2574A91E-BA9A-43C0-B7AB-999CF5C1270B}">
      <dsp:nvSpPr>
        <dsp:cNvPr id="0" name=""/>
        <dsp:cNvSpPr/>
      </dsp:nvSpPr>
      <dsp:spPr>
        <a:xfrm>
          <a:off x="3413149" y="3754710"/>
          <a:ext cx="1631900" cy="8159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Boolean</a:t>
          </a:r>
        </a:p>
      </dsp:txBody>
      <dsp:txXfrm>
        <a:off x="3437047" y="3778608"/>
        <a:ext cx="1584104" cy="768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A66E70-5D89-42D4-B0A7-8386F78F464A}">
      <dsp:nvSpPr>
        <dsp:cNvPr id="0" name=""/>
        <dsp:cNvSpPr/>
      </dsp:nvSpPr>
      <dsp:spPr>
        <a:xfrm>
          <a:off x="1435540" y="704"/>
          <a:ext cx="1777119" cy="1184746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Literals</a:t>
          </a:r>
        </a:p>
      </dsp:txBody>
      <dsp:txXfrm>
        <a:off x="1470240" y="35404"/>
        <a:ext cx="1707719" cy="1115346"/>
      </dsp:txXfrm>
    </dsp:sp>
    <dsp:sp modelId="{A7F771E8-BB10-4687-9E67-C628C7602C89}">
      <dsp:nvSpPr>
        <dsp:cNvPr id="0" name=""/>
        <dsp:cNvSpPr/>
      </dsp:nvSpPr>
      <dsp:spPr>
        <a:xfrm>
          <a:off x="1168972" y="1185450"/>
          <a:ext cx="1155127" cy="473898"/>
        </a:xfrm>
        <a:custGeom>
          <a:avLst/>
          <a:gdLst/>
          <a:ahLst/>
          <a:cxnLst/>
          <a:rect l="0" t="0" r="0" b="0"/>
          <a:pathLst>
            <a:path>
              <a:moveTo>
                <a:pt x="1155127" y="0"/>
              </a:moveTo>
              <a:lnTo>
                <a:pt x="1155127" y="236949"/>
              </a:lnTo>
              <a:lnTo>
                <a:pt x="0" y="236949"/>
              </a:lnTo>
              <a:lnTo>
                <a:pt x="0" y="473898"/>
              </a:lnTo>
            </a:path>
          </a:pathLst>
        </a:custGeom>
        <a:noFill/>
        <a:ln w="25400" cap="flat" cmpd="sng" algn="ctr">
          <a:solidFill>
            <a:schemeClr val="accent6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F749FD-6275-477E-864F-68659695961C}">
      <dsp:nvSpPr>
        <dsp:cNvPr id="0" name=""/>
        <dsp:cNvSpPr/>
      </dsp:nvSpPr>
      <dsp:spPr>
        <a:xfrm>
          <a:off x="280412" y="1659349"/>
          <a:ext cx="1777119" cy="1184746"/>
        </a:xfrm>
        <a:prstGeom prst="roundRect">
          <a:avLst>
            <a:gd name="adj" fmla="val 10000"/>
          </a:avLst>
        </a:prstGeom>
        <a:solidFill>
          <a:schemeClr val="accent6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Integer Literals</a:t>
          </a:r>
        </a:p>
      </dsp:txBody>
      <dsp:txXfrm>
        <a:off x="315112" y="1694049"/>
        <a:ext cx="1707719" cy="1115346"/>
      </dsp:txXfrm>
    </dsp:sp>
    <dsp:sp modelId="{D030EEDC-0AE5-44F7-A610-80F16A237936}">
      <dsp:nvSpPr>
        <dsp:cNvPr id="0" name=""/>
        <dsp:cNvSpPr/>
      </dsp:nvSpPr>
      <dsp:spPr>
        <a:xfrm>
          <a:off x="2324100" y="1185450"/>
          <a:ext cx="1155127" cy="4738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949"/>
              </a:lnTo>
              <a:lnTo>
                <a:pt x="1155127" y="236949"/>
              </a:lnTo>
              <a:lnTo>
                <a:pt x="1155127" y="473898"/>
              </a:lnTo>
            </a:path>
          </a:pathLst>
        </a:custGeom>
        <a:noFill/>
        <a:ln w="25400" cap="flat" cmpd="sng" algn="ctr">
          <a:solidFill>
            <a:schemeClr val="accent6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9CE94-70C7-40B9-8815-CCF35467350F}">
      <dsp:nvSpPr>
        <dsp:cNvPr id="0" name=""/>
        <dsp:cNvSpPr/>
      </dsp:nvSpPr>
      <dsp:spPr>
        <a:xfrm>
          <a:off x="2590667" y="1659349"/>
          <a:ext cx="1777119" cy="1184746"/>
        </a:xfrm>
        <a:prstGeom prst="roundRect">
          <a:avLst>
            <a:gd name="adj" fmla="val 10000"/>
          </a:avLst>
        </a:prstGeom>
        <a:solidFill>
          <a:schemeClr val="accent6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Floating-Point Literals</a:t>
          </a:r>
        </a:p>
      </dsp:txBody>
      <dsp:txXfrm>
        <a:off x="2625367" y="1694049"/>
        <a:ext cx="1707719" cy="1115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016B81-293F-432D-A7DB-6B4EFD58CD0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A60CD-DC3B-499F-A9F7-16F2CF058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2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A60CD-DC3B-499F-A9F7-16F2CF058D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7C4F55-6C10-566B-C8DE-39CE8246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399" y="7620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 dirty="0"/>
              <a:t>Lecture Outline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C80DC6-A849-59EC-1959-A1B802C53E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063883"/>
              </p:ext>
            </p:extLst>
          </p:nvPr>
        </p:nvGraphicFramePr>
        <p:xfrm>
          <a:off x="3893608" y="7620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38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Types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834535"/>
              </p:ext>
            </p:extLst>
          </p:nvPr>
        </p:nvGraphicFramePr>
        <p:xfrm>
          <a:off x="228600" y="1295400"/>
          <a:ext cx="8458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182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Integral Data Types</a:t>
            </a:r>
          </a:p>
        </p:txBody>
      </p:sp>
      <p:sp>
        <p:nvSpPr>
          <p:cNvPr id="22532" name="Rectangle 7"/>
          <p:cNvSpPr>
            <a:spLocks noChangeArrowheads="1"/>
          </p:cNvSpPr>
          <p:nvPr/>
        </p:nvSpPr>
        <p:spPr bwMode="auto">
          <a:xfrm>
            <a:off x="0" y="208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22533" name="Rectangle 9"/>
          <p:cNvSpPr>
            <a:spLocks noChangeArrowheads="1"/>
          </p:cNvSpPr>
          <p:nvPr/>
        </p:nvSpPr>
        <p:spPr bwMode="auto">
          <a:xfrm>
            <a:off x="0" y="2152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5000"/>
            <a:ext cx="862818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08792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r>
              <a:rPr lang="en-US" altLang="en-US" sz="4900">
                <a:solidFill>
                  <a:srgbClr val="FFFFFF"/>
                </a:solidFill>
              </a:rPr>
              <a:t>boolean Data Types</a:t>
            </a:r>
            <a:endParaRPr lang="en-US" sz="4900">
              <a:solidFill>
                <a:srgbClr val="FFFFFF"/>
              </a:solidFill>
            </a:endParaRPr>
          </a:p>
        </p:txBody>
      </p:sp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Two values: true and false (called Logical values)</a:t>
            </a: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05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98246"/>
            <a:ext cx="3309314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Floating-Point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5350213"/>
            <a:ext cx="3309312" cy="103153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To deal with decimal numbers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491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34057" y="1267063"/>
            <a:ext cx="276361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538199"/>
              </p:ext>
            </p:extLst>
          </p:nvPr>
        </p:nvGraphicFramePr>
        <p:xfrm>
          <a:off x="4490193" y="2915812"/>
          <a:ext cx="4248102" cy="208462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7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6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595">
                <a:tc>
                  <a:txBody>
                    <a:bodyPr/>
                    <a:lstStyle/>
                    <a:p>
                      <a:r>
                        <a:rPr lang="en-US" sz="1700"/>
                        <a:t>Type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Range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Storage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Precision</a:t>
                      </a:r>
                    </a:p>
                  </a:txBody>
                  <a:tcPr marL="64740" marR="64740" marT="32370" marB="323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514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accent1"/>
                          </a:solidFill>
                        </a:rPr>
                        <a:t>float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-3 .4E+38 and 3.4E+38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4 bytes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Single</a:t>
                      </a:r>
                    </a:p>
                  </a:txBody>
                  <a:tcPr marL="64740" marR="64740" marT="32370" marB="323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514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accent1"/>
                          </a:solidFill>
                        </a:rPr>
                        <a:t>double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-1.7E+308 and 1.7E+308</a:t>
                      </a:r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</a:t>
                      </a:r>
                      <a:r>
                        <a:rPr lang="en-US" sz="1700" baseline="0"/>
                        <a:t> bytes</a:t>
                      </a:r>
                      <a:endParaRPr lang="en-US" sz="1700"/>
                    </a:p>
                  </a:txBody>
                  <a:tcPr marL="64740" marR="64740" marT="32370" marB="32370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Double</a:t>
                      </a:r>
                    </a:p>
                  </a:txBody>
                  <a:tcPr marL="64740" marR="64740" marT="32370" marB="323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456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Literals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962400" cy="2362200"/>
          </a:xfrm>
        </p:spPr>
        <p:txBody>
          <a:bodyPr>
            <a:normAutofit/>
          </a:bodyPr>
          <a:lstStyle/>
          <a:p>
            <a:r>
              <a:rPr lang="en-US" sz="2800" dirty="0"/>
              <a:t>A </a:t>
            </a:r>
            <a:r>
              <a:rPr lang="en-US" sz="2800" i="1" dirty="0"/>
              <a:t>literal</a:t>
            </a:r>
            <a:r>
              <a:rPr lang="en-US" sz="2800" dirty="0"/>
              <a:t> is the source code representation of a fixed value</a:t>
            </a:r>
          </a:p>
          <a:p>
            <a:r>
              <a:rPr lang="en-US" sz="2800" dirty="0"/>
              <a:t>Example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3581400"/>
            <a:ext cx="266771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boolean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result =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 pitchFamily="34" charset="-128"/>
                <a:cs typeface="Arial" pitchFamily="34" charset="0"/>
              </a:rPr>
              <a:t>true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char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capitalC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=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 pitchFamily="34" charset="-128"/>
                <a:cs typeface="Arial" pitchFamily="34" charset="0"/>
              </a:rPr>
              <a:t>'C'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byte b =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 pitchFamily="34" charset="-128"/>
                <a:cs typeface="Arial" pitchFamily="34" charset="0"/>
              </a:rPr>
              <a:t>100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short s =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 pitchFamily="34" charset="-128"/>
                <a:cs typeface="Arial" pitchFamily="34" charset="0"/>
              </a:rPr>
              <a:t>10000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i =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 pitchFamily="34" charset="-128"/>
                <a:cs typeface="Arial" pitchFamily="34" charset="0"/>
              </a:rPr>
              <a:t>100000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;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940063537"/>
              </p:ext>
            </p:extLst>
          </p:nvPr>
        </p:nvGraphicFramePr>
        <p:xfrm>
          <a:off x="4114800" y="1676400"/>
          <a:ext cx="4648200" cy="28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5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Integer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An integer literal is assumed to be of the  </a:t>
            </a:r>
            <a:r>
              <a:rPr lang="en-US" sz="2800" b="1" dirty="0" err="1">
                <a:latin typeface="Courier" pitchFamily="49" charset="0"/>
              </a:rPr>
              <a:t>int</a:t>
            </a:r>
            <a:r>
              <a:rPr lang="en-US" sz="2800" dirty="0"/>
              <a:t> type, whose value is between </a:t>
            </a:r>
          </a:p>
          <a:p>
            <a:pPr marL="0" indent="0" algn="ctr">
              <a:buNone/>
            </a:pPr>
            <a:r>
              <a:rPr lang="en-US" sz="2800" dirty="0"/>
              <a:t>-2</a:t>
            </a:r>
            <a:r>
              <a:rPr lang="en-US" sz="2800" baseline="30000" dirty="0"/>
              <a:t>31</a:t>
            </a:r>
            <a:r>
              <a:rPr lang="en-US" sz="2800" dirty="0"/>
              <a:t>( -2147483648) and 2</a:t>
            </a:r>
            <a:r>
              <a:rPr lang="en-US" sz="2800" baseline="30000" dirty="0"/>
              <a:t>31</a:t>
            </a:r>
            <a:r>
              <a:rPr lang="en-US" sz="2800" dirty="0"/>
              <a:t> - 1 (2147483647)</a:t>
            </a:r>
          </a:p>
          <a:p>
            <a:r>
              <a:rPr lang="en-US" sz="2800" dirty="0"/>
              <a:t>Integer literal of the  long type, append the letter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dirty="0"/>
              <a:t> or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dirty="0"/>
              <a:t> to it</a:t>
            </a:r>
          </a:p>
          <a:p>
            <a:endParaRPr lang="en-US" sz="2800" dirty="0"/>
          </a:p>
          <a:p>
            <a:r>
              <a:rPr lang="en-US" sz="2800" dirty="0"/>
              <a:t>Integer literals can be expressed by these number systems</a:t>
            </a:r>
          </a:p>
          <a:p>
            <a:pPr lvl="1"/>
            <a:r>
              <a:rPr lang="en-US" sz="2400" dirty="0"/>
              <a:t>Decimal</a:t>
            </a:r>
          </a:p>
          <a:p>
            <a:pPr lvl="1"/>
            <a:r>
              <a:rPr lang="en-US" sz="2400" dirty="0"/>
              <a:t>Hexadecimal</a:t>
            </a:r>
          </a:p>
          <a:p>
            <a:pPr lvl="1"/>
            <a:r>
              <a:rPr lang="en-US" sz="2400" dirty="0"/>
              <a:t>Binary</a:t>
            </a:r>
          </a:p>
          <a:p>
            <a:pPr lvl="1"/>
            <a:r>
              <a:rPr lang="en-US" sz="2400" dirty="0"/>
              <a:t>octal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5459" y="3359583"/>
            <a:ext cx="409964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long </a:t>
            </a:r>
            <a:r>
              <a:rPr lang="en-US" sz="2400" dirty="0" err="1"/>
              <a:t>viewCount</a:t>
            </a:r>
            <a:r>
              <a:rPr lang="en-US" sz="2400" dirty="0"/>
              <a:t> = 2147483648L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46119"/>
            <a:ext cx="376333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viewCount</a:t>
            </a:r>
            <a:r>
              <a:rPr lang="en-US" sz="2400" dirty="0"/>
              <a:t> = 2147483647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0046" y="4690408"/>
            <a:ext cx="56253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dec</a:t>
            </a:r>
            <a:r>
              <a:rPr lang="en-US" sz="2400" dirty="0"/>
              <a:t>   = 26; //Decimal Number System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hexa</a:t>
            </a:r>
            <a:r>
              <a:rPr lang="en-US" sz="2400" dirty="0"/>
              <a:t> = 0X1A; //0x or 0X Number System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bin    = 0b11010; //0b or 0B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oct</a:t>
            </a:r>
            <a:r>
              <a:rPr lang="en-US" sz="2400" dirty="0"/>
              <a:t>    = 032; //0</a:t>
            </a:r>
          </a:p>
        </p:txBody>
      </p:sp>
    </p:spTree>
    <p:extLst>
      <p:ext uri="{BB962C8B-B14F-4D97-AF65-F5344CB8AC3E}">
        <p14:creationId xmlns:p14="http://schemas.microsoft.com/office/powerpoint/2010/main" val="259398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a floating-point literal is treated as a </a:t>
            </a:r>
            <a:r>
              <a:rPr lang="en-US" b="1" dirty="0"/>
              <a:t>double</a:t>
            </a:r>
            <a:r>
              <a:rPr lang="en-US" dirty="0"/>
              <a:t> </a:t>
            </a:r>
            <a:r>
              <a:rPr lang="en-US" b="1" dirty="0"/>
              <a:t>type</a:t>
            </a:r>
            <a:r>
              <a:rPr lang="en-US" dirty="0"/>
              <a:t> value</a:t>
            </a:r>
          </a:p>
          <a:p>
            <a:r>
              <a:rPr lang="en-US" dirty="0"/>
              <a:t>Append the letter f or F to make it </a:t>
            </a:r>
            <a:r>
              <a:rPr lang="en-US" b="1" i="1" dirty="0"/>
              <a:t>float</a:t>
            </a:r>
          </a:p>
          <a:p>
            <a:r>
              <a:rPr lang="en-US" dirty="0"/>
              <a:t>Append  the letter  d or  D to make it</a:t>
            </a:r>
            <a:r>
              <a:rPr lang="en-US" b="1" i="1" dirty="0"/>
              <a:t> double</a:t>
            </a:r>
          </a:p>
          <a:p>
            <a:r>
              <a:rPr lang="en-US" b="1" i="1" dirty="0"/>
              <a:t>Scientific Notation</a:t>
            </a:r>
          </a:p>
          <a:p>
            <a:pPr lvl="1"/>
            <a:r>
              <a:rPr lang="en-US" dirty="0"/>
              <a:t>The floating point types (float and double) can also be expressed using </a:t>
            </a:r>
            <a:r>
              <a:rPr lang="en-US" b="1" dirty="0"/>
              <a:t>E or e: a * 10</a:t>
            </a:r>
            <a:r>
              <a:rPr lang="en-US" b="1" baseline="30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3169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Underscore Characters in Numeric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/>
          <a:lstStyle/>
          <a:p>
            <a:r>
              <a:rPr lang="en-US" dirty="0"/>
              <a:t>In Java SE 7 and later , any number of underscore characters (_) can appear any where between digits in a numerical literal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3581400"/>
            <a:ext cx="876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49" charset="0"/>
              </a:rPr>
              <a:t>long </a:t>
            </a:r>
            <a:r>
              <a:rPr lang="en-US" sz="2400" dirty="0" err="1">
                <a:latin typeface="Courier" pitchFamily="49" charset="0"/>
              </a:rPr>
              <a:t>creditCardNumber</a:t>
            </a:r>
            <a:r>
              <a:rPr lang="en-US" sz="2400" dirty="0">
                <a:latin typeface="Courier" pitchFamily="49" charset="0"/>
              </a:rPr>
              <a:t> = 1234_5678_9012_3456L;</a:t>
            </a:r>
          </a:p>
          <a:p>
            <a:r>
              <a:rPr lang="en-US" sz="2400" dirty="0">
                <a:latin typeface="Courier" pitchFamily="49" charset="0"/>
              </a:rPr>
              <a:t>long </a:t>
            </a:r>
            <a:r>
              <a:rPr lang="en-US" sz="2400" dirty="0" err="1">
                <a:latin typeface="Courier" pitchFamily="49" charset="0"/>
              </a:rPr>
              <a:t>socialSecurityNumber</a:t>
            </a:r>
            <a:r>
              <a:rPr lang="en-US" sz="2400" dirty="0">
                <a:latin typeface="Courier" pitchFamily="49" charset="0"/>
              </a:rPr>
              <a:t> = 999_99_9999L;</a:t>
            </a:r>
          </a:p>
        </p:txBody>
      </p:sp>
    </p:spTree>
    <p:extLst>
      <p:ext uri="{BB962C8B-B14F-4D97-AF65-F5344CB8AC3E}">
        <p14:creationId xmlns:p14="http://schemas.microsoft.com/office/powerpoint/2010/main" val="7610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Statements and Assignment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3535363"/>
          </a:xfrm>
        </p:spPr>
        <p:txBody>
          <a:bodyPr/>
          <a:lstStyle/>
          <a:p>
            <a:r>
              <a:rPr lang="en-US" dirty="0"/>
              <a:t>Syntax for Assignment Statement</a:t>
            </a:r>
          </a:p>
          <a:p>
            <a:endParaRPr lang="en-US" dirty="0"/>
          </a:p>
          <a:p>
            <a:r>
              <a:rPr lang="en-US" dirty="0"/>
              <a:t>An expression represents a computation involving </a:t>
            </a:r>
            <a:r>
              <a:rPr lang="en-US" u="sng" dirty="0"/>
              <a:t>values</a:t>
            </a:r>
            <a:r>
              <a:rPr lang="en-US" dirty="0"/>
              <a:t>, </a:t>
            </a:r>
            <a:r>
              <a:rPr lang="en-US" u="sng" dirty="0"/>
              <a:t>variables</a:t>
            </a:r>
            <a:r>
              <a:rPr lang="en-US" dirty="0"/>
              <a:t>, and </a:t>
            </a:r>
            <a:r>
              <a:rPr lang="en-US" u="sng" dirty="0"/>
              <a:t>operators</a:t>
            </a:r>
            <a:r>
              <a:rPr lang="en-US" dirty="0"/>
              <a:t> that, taking them together, evaluates to a value.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233737" y="3200400"/>
            <a:ext cx="3336747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/>
              <a:t>variable = expression;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" y="5486399"/>
            <a:ext cx="7848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y = 1; // Assign 1 to variable y</a:t>
            </a:r>
          </a:p>
          <a:p>
            <a:r>
              <a:rPr lang="en-US" sz="2000" dirty="0" err="1"/>
              <a:t>int</a:t>
            </a:r>
            <a:r>
              <a:rPr lang="en-US" sz="2000" dirty="0"/>
              <a:t> x = 5 * (3 / 2);         // Assign the value of the expression to x</a:t>
            </a:r>
          </a:p>
          <a:p>
            <a:r>
              <a:rPr lang="en-US" sz="2000" dirty="0"/>
              <a:t>x = y + 1; // Assign the addition of y and 1 to x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524000"/>
            <a:ext cx="85344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An assignment statement designates a value for a variable and an assignment statement can be used as an expression in Java</a:t>
            </a:r>
          </a:p>
        </p:txBody>
      </p:sp>
    </p:spTree>
    <p:extLst>
      <p:ext uri="{BB962C8B-B14F-4D97-AF65-F5344CB8AC3E}">
        <p14:creationId xmlns:p14="http://schemas.microsoft.com/office/powerpoint/2010/main" val="181410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/>
              <a:t>Numeric Operators</a:t>
            </a:r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0" y="267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341887"/>
              </p:ext>
            </p:extLst>
          </p:nvPr>
        </p:nvGraphicFramePr>
        <p:xfrm>
          <a:off x="347663" y="1428750"/>
          <a:ext cx="8448675" cy="374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416400" imgH="1511280" progId="Word.Picture.8">
                  <p:embed/>
                </p:oleObj>
              </mc:Choice>
              <mc:Fallback>
                <p:oleObj name="Picture" r:id="rId2" imgW="3416400" imgH="1511280" progId="Word.Picture.8">
                  <p:embed/>
                  <p:pic>
                    <p:nvPicPr>
                      <p:cNvPr id="24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1428750"/>
                        <a:ext cx="8448675" cy="374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067718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9" name="Rectangle 25608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11" name="Rectangle: Rounded Corners 2561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Integer Division</a:t>
            </a:r>
          </a:p>
        </p:txBody>
      </p:sp>
      <p:sp>
        <p:nvSpPr>
          <p:cNvPr id="25613" name="Freeform: Shape 2561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615" name="Freeform: Shape 2561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17" name="Freeform: Shape 2561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ct val="25000"/>
              </a:spcAft>
            </a:pPr>
            <a:r>
              <a:rPr lang="en-US" altLang="en-US" sz="2700"/>
              <a:t>For Integer Division</a:t>
            </a:r>
          </a:p>
          <a:p>
            <a:pPr>
              <a:lnSpc>
                <a:spcPct val="90000"/>
              </a:lnSpc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en-US" sz="2700" b="1"/>
              <a:t>5 / 2 yields an integer 2</a:t>
            </a:r>
          </a:p>
          <a:p>
            <a:pPr>
              <a:lnSpc>
                <a:spcPct val="90000"/>
              </a:lnSpc>
              <a:spcAft>
                <a:spcPct val="25000"/>
              </a:spcAft>
            </a:pPr>
            <a:r>
              <a:rPr lang="en-US" altLang="en-US" sz="2700"/>
              <a:t>To perform a float-point division, one of the operands must be a floating-point number</a:t>
            </a:r>
          </a:p>
          <a:p>
            <a:pPr>
              <a:lnSpc>
                <a:spcPct val="90000"/>
              </a:lnSpc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en-US" sz="2700" b="1"/>
              <a:t>5.0 / 2 yields a double value 2.5</a:t>
            </a:r>
          </a:p>
          <a:p>
            <a:pPr>
              <a:lnSpc>
                <a:spcPct val="90000"/>
              </a:lnSpc>
              <a:spcAft>
                <a:spcPct val="25000"/>
              </a:spcAft>
            </a:pPr>
            <a:r>
              <a:rPr lang="en-US" altLang="en-US" sz="2700"/>
              <a:t>For Remainder</a:t>
            </a:r>
          </a:p>
          <a:p>
            <a:pPr>
              <a:lnSpc>
                <a:spcPct val="90000"/>
              </a:lnSpc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en-US" sz="2700"/>
              <a:t>5 % 2 yields 1</a:t>
            </a:r>
            <a:endParaRPr lang="en-US" altLang="en-US" sz="2700">
              <a:latin typeface="Book Antiqua" pitchFamily="18" charset="0"/>
            </a:endParaRPr>
          </a:p>
        </p:txBody>
      </p:sp>
      <p:sp>
        <p:nvSpPr>
          <p:cNvPr id="25619" name="Freeform: Shape 2561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21" name="Freeform: Shape 2562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23" name="Freeform: Shape 2562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60003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Arithmetic Expressions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321945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304800" y="2895600"/>
            <a:ext cx="82296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cs typeface="Times New Roman" pitchFamily="18" charset="0"/>
              </a:rPr>
              <a:t>                            is translated to</a:t>
            </a:r>
          </a:p>
          <a:p>
            <a:pPr>
              <a:spcBef>
                <a:spcPct val="50000"/>
              </a:spcBef>
            </a:pPr>
            <a:endParaRPr lang="en-US" altLang="en-US" sz="2800" dirty="0"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800" dirty="0">
                <a:cs typeface="Times New Roman" pitchFamily="18" charset="0"/>
              </a:rPr>
              <a:t>(3+4*x)/5 – 10*(y-5)*(</a:t>
            </a:r>
            <a:r>
              <a:rPr lang="en-US" altLang="en-US" sz="2800" dirty="0" err="1">
                <a:cs typeface="Times New Roman" pitchFamily="18" charset="0"/>
              </a:rPr>
              <a:t>a+b+c</a:t>
            </a:r>
            <a:r>
              <a:rPr lang="en-US" altLang="en-US" sz="2800" dirty="0">
                <a:cs typeface="Times New Roman" pitchFamily="18" charset="0"/>
              </a:rPr>
              <a:t>)/x + 9*(4/x + (9+x)/y)</a:t>
            </a:r>
          </a:p>
          <a:p>
            <a:pPr>
              <a:spcBef>
                <a:spcPct val="50000"/>
              </a:spcBef>
            </a:pPr>
            <a:endParaRPr lang="en-US" altLang="en-US" sz="2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38200" y="1600200"/>
          <a:ext cx="61595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7000" imgH="419100" progId="Equation.3">
                  <p:embed/>
                </p:oleObj>
              </mc:Choice>
              <mc:Fallback>
                <p:oleObj name="Equation" r:id="rId2" imgW="2667000" imgH="4191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00200"/>
                        <a:ext cx="6159500" cy="968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1688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How to Evaluate an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525963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You can safely apply the arithmetic rule for evaluating a Java expression</a:t>
            </a:r>
          </a:p>
          <a:p>
            <a:pPr algn="just"/>
            <a:r>
              <a:rPr lang="en-US" altLang="en-US" dirty="0"/>
              <a:t>*,/,%</a:t>
            </a:r>
          </a:p>
          <a:p>
            <a:pPr algn="just"/>
            <a:r>
              <a:rPr lang="en-US" altLang="en-US" dirty="0"/>
              <a:t>+,-</a:t>
            </a: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321945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69875" y="971550"/>
            <a:ext cx="88741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. 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86200"/>
            <a:ext cx="60198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81119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Augmented Assignment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1371600"/>
            <a:ext cx="88392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The operators +, -, *, /, and % can be combined with the assignment operator to form augmented operators.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90800"/>
            <a:ext cx="6248400" cy="2204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2752456" y="5334000"/>
            <a:ext cx="27013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x /= 4 + 5.5 * 1.5;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64668"/>
            <a:ext cx="1269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2456" y="6172200"/>
            <a:ext cx="32383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x = x / (4 + 5.5 * 1.5);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0256" y="5828645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 same as</a:t>
            </a:r>
          </a:p>
        </p:txBody>
      </p:sp>
    </p:spTree>
    <p:extLst>
      <p:ext uri="{BB962C8B-B14F-4D97-AF65-F5344CB8AC3E}">
        <p14:creationId xmlns:p14="http://schemas.microsoft.com/office/powerpoint/2010/main" val="2748838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Type 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400" b="1" dirty="0"/>
              <a:t>Implicit Casting</a:t>
            </a:r>
            <a:r>
              <a:rPr lang="en-US" sz="2400" dirty="0"/>
              <a:t>: Done automatically by Java (mixed expression)</a:t>
            </a:r>
          </a:p>
          <a:p>
            <a:r>
              <a:rPr lang="en-US" sz="2400" b="1" dirty="0"/>
              <a:t>Explicit Casting</a:t>
            </a:r>
            <a:r>
              <a:rPr lang="en-US" sz="2400" dirty="0"/>
              <a:t>: Done by programmer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743200"/>
            <a:ext cx="42429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 err="1"/>
              <a:t>dataTypeName</a:t>
            </a:r>
            <a:r>
              <a:rPr lang="en-US" sz="2800" dirty="0"/>
              <a:t>) expression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7600"/>
            <a:ext cx="807719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2126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33" name="Rectangle 25632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34" name="Rectangle: Rounded Corners 25633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  <a:cs typeface="Times New Roman" pitchFamily="18" charset="0"/>
              </a:rPr>
              <a:t>class String</a:t>
            </a:r>
          </a:p>
        </p:txBody>
      </p:sp>
      <p:sp>
        <p:nvSpPr>
          <p:cNvPr id="25635" name="Freeform: Shape 25634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636" name="Freeform: Shape 25635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37" name="Freeform: Shape 2563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i="1"/>
              <a:t>A string is a sequence of characters.</a:t>
            </a:r>
          </a:p>
          <a:p>
            <a:pPr>
              <a:lnSpc>
                <a:spcPct val="90000"/>
              </a:lnSpc>
            </a:pPr>
            <a:r>
              <a:rPr lang="en-US" sz="2200"/>
              <a:t>The </a:t>
            </a:r>
            <a:r>
              <a:rPr lang="en-US" sz="2200" b="1"/>
              <a:t>char</a:t>
            </a:r>
            <a:r>
              <a:rPr lang="en-US" sz="2200"/>
              <a:t> type represents only one character</a:t>
            </a:r>
          </a:p>
          <a:p>
            <a:pPr>
              <a:lnSpc>
                <a:spcPct val="90000"/>
              </a:lnSpc>
            </a:pPr>
            <a:r>
              <a:rPr lang="en-US" sz="2200"/>
              <a:t>String Type is use to represent collection of characters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b="1"/>
              <a:t>String</a:t>
            </a:r>
            <a:r>
              <a:rPr lang="en-US" sz="2200"/>
              <a:t> message = "Welcome to Java";</a:t>
            </a:r>
          </a:p>
          <a:p>
            <a:pPr>
              <a:lnSpc>
                <a:spcPct val="90000"/>
              </a:lnSpc>
            </a:pPr>
            <a:r>
              <a:rPr lang="en-US" sz="2200" b="1"/>
              <a:t>class String</a:t>
            </a:r>
            <a:r>
              <a:rPr lang="en-US" sz="2200"/>
              <a:t> is a predefined class in the Java library (</a:t>
            </a:r>
            <a:r>
              <a:rPr lang="en-US" sz="2200" err="1"/>
              <a:t>java.lang</a:t>
            </a:r>
            <a:r>
              <a:rPr lang="en-US" sz="2200"/>
              <a:t>)</a:t>
            </a:r>
          </a:p>
          <a:p>
            <a:pPr>
              <a:lnSpc>
                <a:spcPct val="90000"/>
              </a:lnSpc>
            </a:pPr>
            <a:r>
              <a:rPr lang="en-US" sz="2200"/>
              <a:t>The String type is </a:t>
            </a:r>
            <a:r>
              <a:rPr lang="en-US" sz="2200" u="sng"/>
              <a:t>not</a:t>
            </a:r>
            <a:r>
              <a:rPr lang="en-US" sz="2200"/>
              <a:t> a primitive type</a:t>
            </a:r>
          </a:p>
        </p:txBody>
      </p:sp>
      <p:sp>
        <p:nvSpPr>
          <p:cNvPr id="25638" name="Freeform: Shape 2563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39" name="Freeform: Shape 2563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40" name="Freeform: Shape 25639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9107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class</a:t>
            </a:r>
            <a:r>
              <a:rPr lang="en-US" dirty="0"/>
              <a:t>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string that contains no characters is called a </a:t>
            </a:r>
            <a:r>
              <a:rPr lang="en-US" i="1" dirty="0"/>
              <a:t>null </a:t>
            </a:r>
            <a:r>
              <a:rPr lang="en-US" dirty="0"/>
              <a:t>or </a:t>
            </a:r>
            <a:r>
              <a:rPr lang="en-US" i="1" dirty="0"/>
              <a:t>empty string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“William Jacob”</a:t>
            </a:r>
          </a:p>
          <a:p>
            <a:pPr lvl="1"/>
            <a:r>
              <a:rPr lang="en-US" dirty="0"/>
              <a:t>“Mickey”</a:t>
            </a:r>
          </a:p>
          <a:p>
            <a:pPr lvl="1"/>
            <a:r>
              <a:rPr lang="en-US" dirty="0"/>
              <a:t>“”</a:t>
            </a:r>
          </a:p>
          <a:p>
            <a:r>
              <a:rPr lang="en-US" dirty="0"/>
              <a:t>Syntax</a:t>
            </a:r>
          </a:p>
          <a:p>
            <a:pPr marL="0" indent="0" algn="ctr">
              <a:buNone/>
            </a:pPr>
            <a:r>
              <a:rPr lang="en-US" b="1" dirty="0"/>
              <a:t>String </a:t>
            </a:r>
            <a:r>
              <a:rPr lang="en-US" b="1" dirty="0" err="1"/>
              <a:t>variableName</a:t>
            </a:r>
            <a:r>
              <a:rPr lang="en-US" b="1" dirty="0"/>
              <a:t> = “Some String”;</a:t>
            </a:r>
          </a:p>
        </p:txBody>
      </p:sp>
      <p:sp>
        <p:nvSpPr>
          <p:cNvPr id="4" name="Line Callout 3 3"/>
          <p:cNvSpPr/>
          <p:nvPr/>
        </p:nvSpPr>
        <p:spPr>
          <a:xfrm>
            <a:off x="6248400" y="3733800"/>
            <a:ext cx="2667000" cy="1275229"/>
          </a:xfrm>
          <a:prstGeom prst="borderCallout3">
            <a:avLst>
              <a:gd name="adj1" fmla="val 19730"/>
              <a:gd name="adj2" fmla="val -2267"/>
              <a:gd name="adj3" fmla="val 18750"/>
              <a:gd name="adj4" fmla="val -16667"/>
              <a:gd name="adj5" fmla="val 43137"/>
              <a:gd name="adj6" fmla="val -16667"/>
              <a:gd name="adj7" fmla="val 134532"/>
              <a:gd name="adj8" fmla="val -1605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Character String</a:t>
            </a:r>
          </a:p>
          <a:p>
            <a:r>
              <a:rPr lang="en-US" sz="2400" dirty="0"/>
              <a:t>String literal</a:t>
            </a:r>
          </a:p>
          <a:p>
            <a:r>
              <a:rPr lang="en-US" sz="2400" dirty="0"/>
              <a:t>String constant</a:t>
            </a:r>
          </a:p>
        </p:txBody>
      </p:sp>
    </p:spTree>
    <p:extLst>
      <p:ext uri="{BB962C8B-B14F-4D97-AF65-F5344CB8AC3E}">
        <p14:creationId xmlns:p14="http://schemas.microsoft.com/office/powerpoint/2010/main" val="207922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22027</TotalTime>
  <Words>704</Words>
  <Application>Microsoft Office PowerPoint</Application>
  <PresentationFormat>On-screen Show (4:3)</PresentationFormat>
  <Paragraphs>127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Unicode MS</vt:lpstr>
      <vt:lpstr>Book Antiqua</vt:lpstr>
      <vt:lpstr>Calibri</vt:lpstr>
      <vt:lpstr>Courier</vt:lpstr>
      <vt:lpstr>Monotype Sorts</vt:lpstr>
      <vt:lpstr>Times New Roman</vt:lpstr>
      <vt:lpstr>Office Theme</vt:lpstr>
      <vt:lpstr>Picture</vt:lpstr>
      <vt:lpstr>Equation</vt:lpstr>
      <vt:lpstr>PowerPoint Presentation</vt:lpstr>
      <vt:lpstr>Lecture Outline</vt:lpstr>
      <vt:lpstr>Data Types</vt:lpstr>
      <vt:lpstr>Integral Data Types</vt:lpstr>
      <vt:lpstr>boolean Data Types</vt:lpstr>
      <vt:lpstr>Floating-Point Data Types</vt:lpstr>
      <vt:lpstr>Literals</vt:lpstr>
      <vt:lpstr>Integer Literals</vt:lpstr>
      <vt:lpstr>Floating-Point Literals</vt:lpstr>
      <vt:lpstr>Using Underscore Characters in Numeric Literals</vt:lpstr>
      <vt:lpstr>Assignment Statements and Assignment Expressions</vt:lpstr>
      <vt:lpstr>Numeric Operators</vt:lpstr>
      <vt:lpstr>Integer Division</vt:lpstr>
      <vt:lpstr>Arithmetic Expressions</vt:lpstr>
      <vt:lpstr>How to Evaluate an Expression</vt:lpstr>
      <vt:lpstr>Augmented Assignment Operators</vt:lpstr>
      <vt:lpstr>Numeric Type Conversions</vt:lpstr>
      <vt:lpstr>class String</vt:lpstr>
      <vt:lpstr>class String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CSC103-Programming Fundamentals</dc:title>
  <dc:creator>Rizwan</dc:creator>
  <cp:lastModifiedBy>Khurram Iqbal</cp:lastModifiedBy>
  <cp:revision>83</cp:revision>
  <dcterms:created xsi:type="dcterms:W3CDTF">2006-08-16T00:00:00Z</dcterms:created>
  <dcterms:modified xsi:type="dcterms:W3CDTF">2025-02-17T16:10:19Z</dcterms:modified>
</cp:coreProperties>
</file>