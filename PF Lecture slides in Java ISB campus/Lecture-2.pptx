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8"/>
  </p:notesMasterIdLst>
  <p:sldIdLst>
    <p:sldId id="256" r:id="rId2"/>
    <p:sldId id="362" r:id="rId3"/>
    <p:sldId id="298" r:id="rId4"/>
    <p:sldId id="299" r:id="rId5"/>
    <p:sldId id="300" r:id="rId6"/>
    <p:sldId id="257" r:id="rId7"/>
    <p:sldId id="258" r:id="rId8"/>
    <p:sldId id="262" r:id="rId9"/>
    <p:sldId id="356" r:id="rId10"/>
    <p:sldId id="360" r:id="rId11"/>
    <p:sldId id="361" r:id="rId12"/>
    <p:sldId id="289" r:id="rId13"/>
    <p:sldId id="263" r:id="rId14"/>
    <p:sldId id="290" r:id="rId15"/>
    <p:sldId id="357" r:id="rId16"/>
    <p:sldId id="264" r:id="rId17"/>
    <p:sldId id="301" r:id="rId18"/>
    <p:sldId id="359" r:id="rId19"/>
    <p:sldId id="358" r:id="rId20"/>
    <p:sldId id="294" r:id="rId21"/>
    <p:sldId id="295" r:id="rId22"/>
    <p:sldId id="296" r:id="rId23"/>
    <p:sldId id="292" r:id="rId24"/>
    <p:sldId id="293" r:id="rId25"/>
    <p:sldId id="285" r:id="rId26"/>
    <p:sldId id="311" r:id="rId27"/>
    <p:sldId id="315" r:id="rId28"/>
    <p:sldId id="286" r:id="rId29"/>
    <p:sldId id="316" r:id="rId30"/>
    <p:sldId id="318" r:id="rId31"/>
    <p:sldId id="319" r:id="rId32"/>
    <p:sldId id="321" r:id="rId33"/>
    <p:sldId id="314" r:id="rId34"/>
    <p:sldId id="322" r:id="rId35"/>
    <p:sldId id="317" r:id="rId36"/>
    <p:sldId id="323" r:id="rId37"/>
    <p:sldId id="353" r:id="rId38"/>
    <p:sldId id="354" r:id="rId39"/>
    <p:sldId id="324" r:id="rId40"/>
    <p:sldId id="355" r:id="rId41"/>
    <p:sldId id="325" r:id="rId42"/>
    <p:sldId id="326" r:id="rId43"/>
    <p:sldId id="328" r:id="rId44"/>
    <p:sldId id="329" r:id="rId45"/>
    <p:sldId id="330" r:id="rId46"/>
    <p:sldId id="335" r:id="rId47"/>
    <p:sldId id="331" r:id="rId48"/>
    <p:sldId id="332" r:id="rId49"/>
    <p:sldId id="333" r:id="rId50"/>
    <p:sldId id="334" r:id="rId51"/>
    <p:sldId id="327" r:id="rId52"/>
    <p:sldId id="336" r:id="rId53"/>
    <p:sldId id="337" r:id="rId54"/>
    <p:sldId id="338" r:id="rId55"/>
    <p:sldId id="339" r:id="rId56"/>
    <p:sldId id="340" r:id="rId57"/>
    <p:sldId id="341" r:id="rId58"/>
    <p:sldId id="342" r:id="rId59"/>
    <p:sldId id="343" r:id="rId60"/>
    <p:sldId id="344" r:id="rId61"/>
    <p:sldId id="345" r:id="rId62"/>
    <p:sldId id="346" r:id="rId63"/>
    <p:sldId id="347" r:id="rId64"/>
    <p:sldId id="348" r:id="rId65"/>
    <p:sldId id="350" r:id="rId66"/>
    <p:sldId id="351" r:id="rId6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C015694-4B73-4A83-B6FE-59C85CCEFC46}">
          <p14:sldIdLst>
            <p14:sldId id="256"/>
            <p14:sldId id="362"/>
            <p14:sldId id="298"/>
            <p14:sldId id="299"/>
            <p14:sldId id="300"/>
            <p14:sldId id="257"/>
            <p14:sldId id="258"/>
            <p14:sldId id="262"/>
            <p14:sldId id="356"/>
            <p14:sldId id="360"/>
            <p14:sldId id="361"/>
            <p14:sldId id="289"/>
            <p14:sldId id="263"/>
            <p14:sldId id="290"/>
            <p14:sldId id="357"/>
            <p14:sldId id="264"/>
            <p14:sldId id="301"/>
            <p14:sldId id="359"/>
            <p14:sldId id="358"/>
            <p14:sldId id="294"/>
            <p14:sldId id="295"/>
            <p14:sldId id="296"/>
            <p14:sldId id="292"/>
            <p14:sldId id="293"/>
            <p14:sldId id="285"/>
            <p14:sldId id="311"/>
            <p14:sldId id="315"/>
            <p14:sldId id="286"/>
            <p14:sldId id="316"/>
            <p14:sldId id="318"/>
            <p14:sldId id="319"/>
            <p14:sldId id="321"/>
            <p14:sldId id="314"/>
            <p14:sldId id="322"/>
            <p14:sldId id="317"/>
            <p14:sldId id="323"/>
            <p14:sldId id="353"/>
            <p14:sldId id="354"/>
            <p14:sldId id="324"/>
            <p14:sldId id="355"/>
            <p14:sldId id="325"/>
            <p14:sldId id="326"/>
            <p14:sldId id="328"/>
            <p14:sldId id="329"/>
            <p14:sldId id="330"/>
            <p14:sldId id="335"/>
            <p14:sldId id="331"/>
            <p14:sldId id="332"/>
            <p14:sldId id="333"/>
            <p14:sldId id="334"/>
            <p14:sldId id="327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50"/>
            <p14:sldId id="3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71CFBF-F94D-4B0D-B152-88CEBCF7EA89}" v="14" dt="2024-02-11T14:17:13.9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372" autoAdjust="0"/>
  </p:normalViewPr>
  <p:slideViewPr>
    <p:cSldViewPr>
      <p:cViewPr varScale="1">
        <p:scale>
          <a:sx n="57" d="100"/>
          <a:sy n="57" d="100"/>
        </p:scale>
        <p:origin x="1540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zwan Rashid" userId="12b6bffb-8fd7-410a-bd1e-f473b901c3a4" providerId="ADAL" clId="{380408D5-F601-4A7D-B248-46FF75324EC5}"/>
    <pc:docChg chg="undo custSel addSld delSld modSld sldOrd modSection">
      <pc:chgData name="Rizwan Rashid" userId="12b6bffb-8fd7-410a-bd1e-f473b901c3a4" providerId="ADAL" clId="{380408D5-F601-4A7D-B248-46FF75324EC5}" dt="2023-09-06T05:55:46.634" v="134" actId="47"/>
      <pc:docMkLst>
        <pc:docMk/>
      </pc:docMkLst>
      <pc:sldChg chg="modSp mod">
        <pc:chgData name="Rizwan Rashid" userId="12b6bffb-8fd7-410a-bd1e-f473b901c3a4" providerId="ADAL" clId="{380408D5-F601-4A7D-B248-46FF75324EC5}" dt="2023-09-06T04:59:18.904" v="22" actId="1076"/>
        <pc:sldMkLst>
          <pc:docMk/>
          <pc:sldMk cId="97071804" sldId="262"/>
        </pc:sldMkLst>
        <pc:spChg chg="mod">
          <ac:chgData name="Rizwan Rashid" userId="12b6bffb-8fd7-410a-bd1e-f473b901c3a4" providerId="ADAL" clId="{380408D5-F601-4A7D-B248-46FF75324EC5}" dt="2023-09-06T04:59:03.482" v="16" actId="14100"/>
          <ac:spMkLst>
            <pc:docMk/>
            <pc:sldMk cId="97071804" sldId="262"/>
            <ac:spMk id="3" creationId="{00000000-0000-0000-0000-000000000000}"/>
          </ac:spMkLst>
        </pc:spChg>
        <pc:picChg chg="mod">
          <ac:chgData name="Rizwan Rashid" userId="12b6bffb-8fd7-410a-bd1e-f473b901c3a4" providerId="ADAL" clId="{380408D5-F601-4A7D-B248-46FF75324EC5}" dt="2023-09-06T04:59:18.904" v="22" actId="1076"/>
          <ac:picMkLst>
            <pc:docMk/>
            <pc:sldMk cId="97071804" sldId="262"/>
            <ac:picMk id="5" creationId="{00000000-0000-0000-0000-000000000000}"/>
          </ac:picMkLst>
        </pc:picChg>
      </pc:sldChg>
      <pc:sldChg chg="addSp modSp mod">
        <pc:chgData name="Rizwan Rashid" userId="12b6bffb-8fd7-410a-bd1e-f473b901c3a4" providerId="ADAL" clId="{380408D5-F601-4A7D-B248-46FF75324EC5}" dt="2023-09-06T05:01:33.310" v="53" actId="20577"/>
        <pc:sldMkLst>
          <pc:docMk/>
          <pc:sldMk cId="1824679799" sldId="263"/>
        </pc:sldMkLst>
        <pc:spChg chg="mod">
          <ac:chgData name="Rizwan Rashid" userId="12b6bffb-8fd7-410a-bd1e-f473b901c3a4" providerId="ADAL" clId="{380408D5-F601-4A7D-B248-46FF75324EC5}" dt="2023-09-06T05:00:24.576" v="39" actId="113"/>
          <ac:spMkLst>
            <pc:docMk/>
            <pc:sldMk cId="1824679799" sldId="263"/>
            <ac:spMk id="2" creationId="{00000000-0000-0000-0000-000000000000}"/>
          </ac:spMkLst>
        </pc:spChg>
        <pc:spChg chg="mod">
          <ac:chgData name="Rizwan Rashid" userId="12b6bffb-8fd7-410a-bd1e-f473b901c3a4" providerId="ADAL" clId="{380408D5-F601-4A7D-B248-46FF75324EC5}" dt="2023-09-06T05:01:33.310" v="53" actId="20577"/>
          <ac:spMkLst>
            <pc:docMk/>
            <pc:sldMk cId="1824679799" sldId="263"/>
            <ac:spMk id="3" creationId="{00000000-0000-0000-0000-000000000000}"/>
          </ac:spMkLst>
        </pc:spChg>
        <pc:spChg chg="mod">
          <ac:chgData name="Rizwan Rashid" userId="12b6bffb-8fd7-410a-bd1e-f473b901c3a4" providerId="ADAL" clId="{380408D5-F601-4A7D-B248-46FF75324EC5}" dt="2023-09-06T05:01:27.060" v="50" actId="164"/>
          <ac:spMkLst>
            <pc:docMk/>
            <pc:sldMk cId="1824679799" sldId="263"/>
            <ac:spMk id="7" creationId="{00000000-0000-0000-0000-000000000000}"/>
          </ac:spMkLst>
        </pc:spChg>
        <pc:spChg chg="mod">
          <ac:chgData name="Rizwan Rashid" userId="12b6bffb-8fd7-410a-bd1e-f473b901c3a4" providerId="ADAL" clId="{380408D5-F601-4A7D-B248-46FF75324EC5}" dt="2023-09-06T05:01:27.060" v="50" actId="164"/>
          <ac:spMkLst>
            <pc:docMk/>
            <pc:sldMk cId="1824679799" sldId="263"/>
            <ac:spMk id="8" creationId="{00000000-0000-0000-0000-000000000000}"/>
          </ac:spMkLst>
        </pc:spChg>
        <pc:spChg chg="mod">
          <ac:chgData name="Rizwan Rashid" userId="12b6bffb-8fd7-410a-bd1e-f473b901c3a4" providerId="ADAL" clId="{380408D5-F601-4A7D-B248-46FF75324EC5}" dt="2023-09-06T05:01:27.060" v="50" actId="164"/>
          <ac:spMkLst>
            <pc:docMk/>
            <pc:sldMk cId="1824679799" sldId="263"/>
            <ac:spMk id="9" creationId="{00000000-0000-0000-0000-000000000000}"/>
          </ac:spMkLst>
        </pc:spChg>
        <pc:grpChg chg="add mod">
          <ac:chgData name="Rizwan Rashid" userId="12b6bffb-8fd7-410a-bd1e-f473b901c3a4" providerId="ADAL" clId="{380408D5-F601-4A7D-B248-46FF75324EC5}" dt="2023-09-06T05:01:30.576" v="51" actId="1076"/>
          <ac:grpSpMkLst>
            <pc:docMk/>
            <pc:sldMk cId="1824679799" sldId="263"/>
            <ac:grpSpMk id="4" creationId="{BC677ACE-F1F6-045B-7951-5C09FD8DCC76}"/>
          </ac:grpSpMkLst>
        </pc:grpChg>
      </pc:sldChg>
      <pc:sldChg chg="modSp mod">
        <pc:chgData name="Rizwan Rashid" userId="12b6bffb-8fd7-410a-bd1e-f473b901c3a4" providerId="ADAL" clId="{380408D5-F601-4A7D-B248-46FF75324EC5}" dt="2023-09-06T05:03:53.205" v="60" actId="1076"/>
        <pc:sldMkLst>
          <pc:docMk/>
          <pc:sldMk cId="942648271" sldId="264"/>
        </pc:sldMkLst>
        <pc:spChg chg="mod">
          <ac:chgData name="Rizwan Rashid" userId="12b6bffb-8fd7-410a-bd1e-f473b901c3a4" providerId="ADAL" clId="{380408D5-F601-4A7D-B248-46FF75324EC5}" dt="2023-09-06T05:03:40.061" v="56" actId="113"/>
          <ac:spMkLst>
            <pc:docMk/>
            <pc:sldMk cId="942648271" sldId="264"/>
            <ac:spMk id="2" creationId="{00000000-0000-0000-0000-000000000000}"/>
          </ac:spMkLst>
        </pc:spChg>
        <pc:spChg chg="mod">
          <ac:chgData name="Rizwan Rashid" userId="12b6bffb-8fd7-410a-bd1e-f473b901c3a4" providerId="ADAL" clId="{380408D5-F601-4A7D-B248-46FF75324EC5}" dt="2023-09-06T05:03:48.205" v="59" actId="404"/>
          <ac:spMkLst>
            <pc:docMk/>
            <pc:sldMk cId="942648271" sldId="264"/>
            <ac:spMk id="3" creationId="{00000000-0000-0000-0000-000000000000}"/>
          </ac:spMkLst>
        </pc:spChg>
        <pc:graphicFrameChg chg="mod">
          <ac:chgData name="Rizwan Rashid" userId="12b6bffb-8fd7-410a-bd1e-f473b901c3a4" providerId="ADAL" clId="{380408D5-F601-4A7D-B248-46FF75324EC5}" dt="2023-09-06T05:03:53.205" v="60" actId="1076"/>
          <ac:graphicFrameMkLst>
            <pc:docMk/>
            <pc:sldMk cId="942648271" sldId="264"/>
            <ac:graphicFrameMk id="4" creationId="{79AB5C74-A9C6-8C64-0FBD-ADBEF7A2974E}"/>
          </ac:graphicFrameMkLst>
        </pc:graphicFrameChg>
      </pc:sldChg>
      <pc:sldChg chg="modSp add mod ord">
        <pc:chgData name="Rizwan Rashid" userId="12b6bffb-8fd7-410a-bd1e-f473b901c3a4" providerId="ADAL" clId="{380408D5-F601-4A7D-B248-46FF75324EC5}" dt="2023-09-06T04:59:39.562" v="35" actId="20577"/>
        <pc:sldMkLst>
          <pc:docMk/>
          <pc:sldMk cId="312103512" sldId="289"/>
        </pc:sldMkLst>
        <pc:spChg chg="mod">
          <ac:chgData name="Rizwan Rashid" userId="12b6bffb-8fd7-410a-bd1e-f473b901c3a4" providerId="ADAL" clId="{380408D5-F601-4A7D-B248-46FF75324EC5}" dt="2023-09-06T04:48:49.938" v="1" actId="6549"/>
          <ac:spMkLst>
            <pc:docMk/>
            <pc:sldMk cId="312103512" sldId="289"/>
            <ac:spMk id="2" creationId="{C82F1601-D9CC-A866-0490-353B01BE4B42}"/>
          </ac:spMkLst>
        </pc:spChg>
        <pc:spChg chg="mod">
          <ac:chgData name="Rizwan Rashid" userId="12b6bffb-8fd7-410a-bd1e-f473b901c3a4" providerId="ADAL" clId="{380408D5-F601-4A7D-B248-46FF75324EC5}" dt="2023-09-06T04:59:39.562" v="35" actId="20577"/>
          <ac:spMkLst>
            <pc:docMk/>
            <pc:sldMk cId="312103512" sldId="289"/>
            <ac:spMk id="3" creationId="{E65C42AD-0DCF-6889-ACDD-573CA594A22A}"/>
          </ac:spMkLst>
        </pc:spChg>
      </pc:sldChg>
      <pc:sldChg chg="add">
        <pc:chgData name="Rizwan Rashid" userId="12b6bffb-8fd7-410a-bd1e-f473b901c3a4" providerId="ADAL" clId="{380408D5-F601-4A7D-B248-46FF75324EC5}" dt="2023-09-06T05:00:12.756" v="36"/>
        <pc:sldMkLst>
          <pc:docMk/>
          <pc:sldMk cId="1942275795" sldId="290"/>
        </pc:sldMkLst>
      </pc:sldChg>
      <pc:sldChg chg="del">
        <pc:chgData name="Rizwan Rashid" userId="12b6bffb-8fd7-410a-bd1e-f473b901c3a4" providerId="ADAL" clId="{380408D5-F601-4A7D-B248-46FF75324EC5}" dt="2023-09-06T05:52:07.742" v="65" actId="47"/>
        <pc:sldMkLst>
          <pc:docMk/>
          <pc:sldMk cId="831587583" sldId="291"/>
        </pc:sldMkLst>
      </pc:sldChg>
      <pc:sldChg chg="addSp modSp mod">
        <pc:chgData name="Rizwan Rashid" userId="12b6bffb-8fd7-410a-bd1e-f473b901c3a4" providerId="ADAL" clId="{380408D5-F601-4A7D-B248-46FF75324EC5}" dt="2023-09-06T05:54:32.026" v="114" actId="20577"/>
        <pc:sldMkLst>
          <pc:docMk/>
          <pc:sldMk cId="1203884443" sldId="292"/>
        </pc:sldMkLst>
        <pc:spChg chg="add mod">
          <ac:chgData name="Rizwan Rashid" userId="12b6bffb-8fd7-410a-bd1e-f473b901c3a4" providerId="ADAL" clId="{380408D5-F601-4A7D-B248-46FF75324EC5}" dt="2023-09-06T05:53:54.680" v="98" actId="403"/>
          <ac:spMkLst>
            <pc:docMk/>
            <pc:sldMk cId="1203884443" sldId="292"/>
            <ac:spMk id="2" creationId="{2A978372-FAAF-F7C1-D027-2586E7A5B19C}"/>
          </ac:spMkLst>
        </pc:spChg>
        <pc:spChg chg="add mod">
          <ac:chgData name="Rizwan Rashid" userId="12b6bffb-8fd7-410a-bd1e-f473b901c3a4" providerId="ADAL" clId="{380408D5-F601-4A7D-B248-46FF75324EC5}" dt="2023-09-06T05:54:12.486" v="104" actId="404"/>
          <ac:spMkLst>
            <pc:docMk/>
            <pc:sldMk cId="1203884443" sldId="292"/>
            <ac:spMk id="3" creationId="{5DDE7DB9-A221-9331-97CF-F496DBD5126D}"/>
          </ac:spMkLst>
        </pc:spChg>
        <pc:spChg chg="mod">
          <ac:chgData name="Rizwan Rashid" userId="12b6bffb-8fd7-410a-bd1e-f473b901c3a4" providerId="ADAL" clId="{380408D5-F601-4A7D-B248-46FF75324EC5}" dt="2023-09-06T05:53:24.887" v="86" actId="6549"/>
          <ac:spMkLst>
            <pc:docMk/>
            <pc:sldMk cId="1203884443" sldId="292"/>
            <ac:spMk id="4" creationId="{5EEECB28-6374-580A-EFAA-202E3A9C40F2}"/>
          </ac:spMkLst>
        </pc:spChg>
        <pc:spChg chg="mod">
          <ac:chgData name="Rizwan Rashid" userId="12b6bffb-8fd7-410a-bd1e-f473b901c3a4" providerId="ADAL" clId="{380408D5-F601-4A7D-B248-46FF75324EC5}" dt="2023-09-06T05:54:32.026" v="114" actId="20577"/>
          <ac:spMkLst>
            <pc:docMk/>
            <pc:sldMk cId="1203884443" sldId="292"/>
            <ac:spMk id="16386" creationId="{00000000-0000-0000-0000-000000000000}"/>
          </ac:spMkLst>
        </pc:spChg>
        <pc:spChg chg="mod">
          <ac:chgData name="Rizwan Rashid" userId="12b6bffb-8fd7-410a-bd1e-f473b901c3a4" providerId="ADAL" clId="{380408D5-F601-4A7D-B248-46FF75324EC5}" dt="2023-09-06T05:53:32.623" v="90" actId="404"/>
          <ac:spMkLst>
            <pc:docMk/>
            <pc:sldMk cId="1203884443" sldId="292"/>
            <ac:spMk id="16388" creationId="{00000000-0000-0000-0000-000000000000}"/>
          </ac:spMkLst>
        </pc:spChg>
      </pc:sldChg>
      <pc:sldChg chg="addSp delSp modSp mod">
        <pc:chgData name="Rizwan Rashid" userId="12b6bffb-8fd7-410a-bd1e-f473b901c3a4" providerId="ADAL" clId="{380408D5-F601-4A7D-B248-46FF75324EC5}" dt="2023-09-06T05:55:42.083" v="133" actId="13926"/>
        <pc:sldMkLst>
          <pc:docMk/>
          <pc:sldMk cId="212900289" sldId="293"/>
        </pc:sldMkLst>
        <pc:spChg chg="add del mod">
          <ac:chgData name="Rizwan Rashid" userId="12b6bffb-8fd7-410a-bd1e-f473b901c3a4" providerId="ADAL" clId="{380408D5-F601-4A7D-B248-46FF75324EC5}" dt="2023-09-06T05:54:04.638" v="100" actId="478"/>
          <ac:spMkLst>
            <pc:docMk/>
            <pc:sldMk cId="212900289" sldId="293"/>
            <ac:spMk id="3" creationId="{DE2E1BC7-8654-29C6-85CC-3DD9250F408D}"/>
          </ac:spMkLst>
        </pc:spChg>
        <pc:spChg chg="del mod">
          <ac:chgData name="Rizwan Rashid" userId="12b6bffb-8fd7-410a-bd1e-f473b901c3a4" providerId="ADAL" clId="{380408D5-F601-4A7D-B248-46FF75324EC5}" dt="2023-09-06T05:53:45.664" v="93" actId="21"/>
          <ac:spMkLst>
            <pc:docMk/>
            <pc:sldMk cId="212900289" sldId="293"/>
            <ac:spMk id="5" creationId="{6136E68E-D857-F419-ADC9-43292954A920}"/>
          </ac:spMkLst>
        </pc:spChg>
        <pc:spChg chg="add del mod">
          <ac:chgData name="Rizwan Rashid" userId="12b6bffb-8fd7-410a-bd1e-f473b901c3a4" providerId="ADAL" clId="{380408D5-F601-4A7D-B248-46FF75324EC5}" dt="2023-09-06T05:54:40.424" v="116" actId="478"/>
          <ac:spMkLst>
            <pc:docMk/>
            <pc:sldMk cId="212900289" sldId="293"/>
            <ac:spMk id="6" creationId="{3197A096-1A2E-288E-FEA8-3CFDAB4B8363}"/>
          </ac:spMkLst>
        </pc:spChg>
        <pc:spChg chg="add mod">
          <ac:chgData name="Rizwan Rashid" userId="12b6bffb-8fd7-410a-bd1e-f473b901c3a4" providerId="ADAL" clId="{380408D5-F601-4A7D-B248-46FF75324EC5}" dt="2023-09-06T05:54:40.882" v="117"/>
          <ac:spMkLst>
            <pc:docMk/>
            <pc:sldMk cId="212900289" sldId="293"/>
            <ac:spMk id="7" creationId="{515A5C9D-981C-A7E0-62B7-8D13C0070F03}"/>
          </ac:spMkLst>
        </pc:spChg>
        <pc:spChg chg="add mod">
          <ac:chgData name="Rizwan Rashid" userId="12b6bffb-8fd7-410a-bd1e-f473b901c3a4" providerId="ADAL" clId="{380408D5-F601-4A7D-B248-46FF75324EC5}" dt="2023-09-06T05:55:42.083" v="133" actId="13926"/>
          <ac:spMkLst>
            <pc:docMk/>
            <pc:sldMk cId="212900289" sldId="293"/>
            <ac:spMk id="8" creationId="{FAB98405-D571-9639-A45C-9F266552C6B8}"/>
          </ac:spMkLst>
        </pc:spChg>
        <pc:spChg chg="del">
          <ac:chgData name="Rizwan Rashid" userId="12b6bffb-8fd7-410a-bd1e-f473b901c3a4" providerId="ADAL" clId="{380408D5-F601-4A7D-B248-46FF75324EC5}" dt="2023-09-06T05:54:37.878" v="115" actId="478"/>
          <ac:spMkLst>
            <pc:docMk/>
            <pc:sldMk cId="212900289" sldId="293"/>
            <ac:spMk id="17410" creationId="{00000000-0000-0000-0000-000000000000}"/>
          </ac:spMkLst>
        </pc:spChg>
        <pc:spChg chg="del">
          <ac:chgData name="Rizwan Rashid" userId="12b6bffb-8fd7-410a-bd1e-f473b901c3a4" providerId="ADAL" clId="{380408D5-F601-4A7D-B248-46FF75324EC5}" dt="2023-09-06T05:54:06.743" v="101" actId="21"/>
          <ac:spMkLst>
            <pc:docMk/>
            <pc:sldMk cId="212900289" sldId="293"/>
            <ac:spMk id="17412" creationId="{00000000-0000-0000-0000-000000000000}"/>
          </ac:spMkLst>
        </pc:spChg>
      </pc:sldChg>
      <pc:sldChg chg="add mod modShow">
        <pc:chgData name="Rizwan Rashid" userId="12b6bffb-8fd7-410a-bd1e-f473b901c3a4" providerId="ADAL" clId="{380408D5-F601-4A7D-B248-46FF75324EC5}" dt="2023-09-06T05:17:34.510" v="63" actId="729"/>
        <pc:sldMkLst>
          <pc:docMk/>
          <pc:sldMk cId="2081293034" sldId="294"/>
        </pc:sldMkLst>
      </pc:sldChg>
      <pc:sldChg chg="add mod modShow">
        <pc:chgData name="Rizwan Rashid" userId="12b6bffb-8fd7-410a-bd1e-f473b901c3a4" providerId="ADAL" clId="{380408D5-F601-4A7D-B248-46FF75324EC5}" dt="2023-09-06T05:17:34.510" v="63" actId="729"/>
        <pc:sldMkLst>
          <pc:docMk/>
          <pc:sldMk cId="3628232745" sldId="295"/>
        </pc:sldMkLst>
      </pc:sldChg>
      <pc:sldChg chg="add mod modShow">
        <pc:chgData name="Rizwan Rashid" userId="12b6bffb-8fd7-410a-bd1e-f473b901c3a4" providerId="ADAL" clId="{380408D5-F601-4A7D-B248-46FF75324EC5}" dt="2023-09-06T05:17:34.510" v="63" actId="729"/>
        <pc:sldMkLst>
          <pc:docMk/>
          <pc:sldMk cId="977304459" sldId="296"/>
        </pc:sldMkLst>
      </pc:sldChg>
      <pc:sldChg chg="addSp delSp modSp new mod setBg">
        <pc:chgData name="Rizwan Rashid" userId="12b6bffb-8fd7-410a-bd1e-f473b901c3a4" providerId="ADAL" clId="{380408D5-F601-4A7D-B248-46FF75324EC5}" dt="2023-09-06T04:55:22.088" v="11" actId="1076"/>
        <pc:sldMkLst>
          <pc:docMk/>
          <pc:sldMk cId="1483817649" sldId="356"/>
        </pc:sldMkLst>
        <pc:spChg chg="del mod">
          <ac:chgData name="Rizwan Rashid" userId="12b6bffb-8fd7-410a-bd1e-f473b901c3a4" providerId="ADAL" clId="{380408D5-F601-4A7D-B248-46FF75324EC5}" dt="2023-09-06T04:55:02.965" v="7" actId="478"/>
          <ac:spMkLst>
            <pc:docMk/>
            <pc:sldMk cId="1483817649" sldId="356"/>
            <ac:spMk id="2" creationId="{8FC09D05-DC5D-116C-FCA2-0EECE375B88A}"/>
          </ac:spMkLst>
        </pc:spChg>
        <pc:spChg chg="del">
          <ac:chgData name="Rizwan Rashid" userId="12b6bffb-8fd7-410a-bd1e-f473b901c3a4" providerId="ADAL" clId="{380408D5-F601-4A7D-B248-46FF75324EC5}" dt="2023-09-06T04:54:47.636" v="3" actId="478"/>
          <ac:spMkLst>
            <pc:docMk/>
            <pc:sldMk cId="1483817649" sldId="356"/>
            <ac:spMk id="3" creationId="{7060C748-57CC-E3CC-45D4-4DBEFA98BA8B}"/>
          </ac:spMkLst>
        </pc:spChg>
        <pc:spChg chg="add del">
          <ac:chgData name="Rizwan Rashid" userId="12b6bffb-8fd7-410a-bd1e-f473b901c3a4" providerId="ADAL" clId="{380408D5-F601-4A7D-B248-46FF75324EC5}" dt="2023-09-06T04:55:13.105" v="8" actId="26606"/>
          <ac:spMkLst>
            <pc:docMk/>
            <pc:sldMk cId="1483817649" sldId="356"/>
            <ac:spMk id="1031" creationId="{A4AC5506-6312-4701-8D3C-40187889A947}"/>
          </ac:spMkLst>
        </pc:spChg>
        <pc:spChg chg="add">
          <ac:chgData name="Rizwan Rashid" userId="12b6bffb-8fd7-410a-bd1e-f473b901c3a4" providerId="ADAL" clId="{380408D5-F601-4A7D-B248-46FF75324EC5}" dt="2023-09-06T04:55:13.105" v="8" actId="26606"/>
          <ac:spMkLst>
            <pc:docMk/>
            <pc:sldMk cId="1483817649" sldId="356"/>
            <ac:spMk id="1036" creationId="{86FF76B9-219D-4469-AF87-0236D29032F1}"/>
          </ac:spMkLst>
        </pc:spChg>
        <pc:spChg chg="add">
          <ac:chgData name="Rizwan Rashid" userId="12b6bffb-8fd7-410a-bd1e-f473b901c3a4" providerId="ADAL" clId="{380408D5-F601-4A7D-B248-46FF75324EC5}" dt="2023-09-06T04:55:13.105" v="8" actId="26606"/>
          <ac:spMkLst>
            <pc:docMk/>
            <pc:sldMk cId="1483817649" sldId="356"/>
            <ac:spMk id="1042" creationId="{2E80C965-DB6D-4F81-9E9E-B027384D0BD6}"/>
          </ac:spMkLst>
        </pc:spChg>
        <pc:spChg chg="add">
          <ac:chgData name="Rizwan Rashid" userId="12b6bffb-8fd7-410a-bd1e-f473b901c3a4" providerId="ADAL" clId="{380408D5-F601-4A7D-B248-46FF75324EC5}" dt="2023-09-06T04:55:13.105" v="8" actId="26606"/>
          <ac:spMkLst>
            <pc:docMk/>
            <pc:sldMk cId="1483817649" sldId="356"/>
            <ac:spMk id="1044" creationId="{633C5E46-DAC5-4661-9C87-22B08E2A512F}"/>
          </ac:spMkLst>
        </pc:spChg>
        <pc:grpChg chg="add">
          <ac:chgData name="Rizwan Rashid" userId="12b6bffb-8fd7-410a-bd1e-f473b901c3a4" providerId="ADAL" clId="{380408D5-F601-4A7D-B248-46FF75324EC5}" dt="2023-09-06T04:55:13.105" v="8" actId="26606"/>
          <ac:grpSpMkLst>
            <pc:docMk/>
            <pc:sldMk cId="1483817649" sldId="356"/>
            <ac:grpSpMk id="1038" creationId="{DB88BD78-87E1-424D-B479-C37D8E41B12E}"/>
          </ac:grpSpMkLst>
        </pc:grpChg>
        <pc:picChg chg="add mod">
          <ac:chgData name="Rizwan Rashid" userId="12b6bffb-8fd7-410a-bd1e-f473b901c3a4" providerId="ADAL" clId="{380408D5-F601-4A7D-B248-46FF75324EC5}" dt="2023-09-06T04:55:22.088" v="11" actId="1076"/>
          <ac:picMkLst>
            <pc:docMk/>
            <pc:sldMk cId="1483817649" sldId="356"/>
            <ac:picMk id="1026" creationId="{A27E4BED-C31A-9784-B24A-6111AB9CC917}"/>
          </ac:picMkLst>
        </pc:picChg>
      </pc:sldChg>
      <pc:sldChg chg="add">
        <pc:chgData name="Rizwan Rashid" userId="12b6bffb-8fd7-410a-bd1e-f473b901c3a4" providerId="ADAL" clId="{380408D5-F601-4A7D-B248-46FF75324EC5}" dt="2023-09-06T05:00:12.756" v="36"/>
        <pc:sldMkLst>
          <pc:docMk/>
          <pc:sldMk cId="859560595" sldId="357"/>
        </pc:sldMkLst>
      </pc:sldChg>
      <pc:sldChg chg="add mod modShow">
        <pc:chgData name="Rizwan Rashid" userId="12b6bffb-8fd7-410a-bd1e-f473b901c3a4" providerId="ADAL" clId="{380408D5-F601-4A7D-B248-46FF75324EC5}" dt="2023-09-06T05:51:56.370" v="64" actId="729"/>
        <pc:sldMkLst>
          <pc:docMk/>
          <pc:sldMk cId="1385174625" sldId="358"/>
        </pc:sldMkLst>
      </pc:sldChg>
      <pc:sldChg chg="add">
        <pc:chgData name="Rizwan Rashid" userId="12b6bffb-8fd7-410a-bd1e-f473b901c3a4" providerId="ADAL" clId="{380408D5-F601-4A7D-B248-46FF75324EC5}" dt="2023-09-06T05:04:37.341" v="62"/>
        <pc:sldMkLst>
          <pc:docMk/>
          <pc:sldMk cId="1604194271" sldId="359"/>
        </pc:sldMkLst>
      </pc:sldChg>
      <pc:sldChg chg="addSp delSp modSp new del mod">
        <pc:chgData name="Rizwan Rashid" userId="12b6bffb-8fd7-410a-bd1e-f473b901c3a4" providerId="ADAL" clId="{380408D5-F601-4A7D-B248-46FF75324EC5}" dt="2023-09-06T05:55:46.634" v="134" actId="47"/>
        <pc:sldMkLst>
          <pc:docMk/>
          <pc:sldMk cId="150439086" sldId="360"/>
        </pc:sldMkLst>
        <pc:spChg chg="del">
          <ac:chgData name="Rizwan Rashid" userId="12b6bffb-8fd7-410a-bd1e-f473b901c3a4" providerId="ADAL" clId="{380408D5-F601-4A7D-B248-46FF75324EC5}" dt="2023-09-06T05:52:45.604" v="67" actId="478"/>
          <ac:spMkLst>
            <pc:docMk/>
            <pc:sldMk cId="150439086" sldId="360"/>
            <ac:spMk id="3" creationId="{AE539874-D5FD-25E7-D05D-18E72559D27A}"/>
          </ac:spMkLst>
        </pc:spChg>
        <pc:spChg chg="add del mod">
          <ac:chgData name="Rizwan Rashid" userId="12b6bffb-8fd7-410a-bd1e-f473b901c3a4" providerId="ADAL" clId="{380408D5-F601-4A7D-B248-46FF75324EC5}" dt="2023-09-06T05:54:45.347" v="118" actId="21"/>
          <ac:spMkLst>
            <pc:docMk/>
            <pc:sldMk cId="150439086" sldId="360"/>
            <ac:spMk id="5" creationId="{0C51E43A-E1E9-E044-9528-B6AF0EBA16D7}"/>
          </ac:spMkLst>
        </pc:spChg>
      </pc:sldChg>
    </pc:docChg>
  </pc:docChgLst>
  <pc:docChgLst>
    <pc:chgData name="Rizwan Rashid" userId="12b6bffb-8fd7-410a-bd1e-f473b901c3a4" providerId="ADAL" clId="{8A71CFBF-F94D-4B0D-B152-88CEBCF7EA89}"/>
    <pc:docChg chg="undo custSel addSld delSld modSld sldOrd modSection">
      <pc:chgData name="Rizwan Rashid" userId="12b6bffb-8fd7-410a-bd1e-f473b901c3a4" providerId="ADAL" clId="{8A71CFBF-F94D-4B0D-B152-88CEBCF7EA89}" dt="2024-02-12T06:35:08.250" v="994"/>
      <pc:docMkLst>
        <pc:docMk/>
      </pc:docMkLst>
      <pc:sldChg chg="delSp mod">
        <pc:chgData name="Rizwan Rashid" userId="12b6bffb-8fd7-410a-bd1e-f473b901c3a4" providerId="ADAL" clId="{8A71CFBF-F94D-4B0D-B152-88CEBCF7EA89}" dt="2024-02-11T13:47:12.857" v="710" actId="21"/>
        <pc:sldMkLst>
          <pc:docMk/>
          <pc:sldMk cId="97071804" sldId="262"/>
        </pc:sldMkLst>
        <pc:picChg chg="del">
          <ac:chgData name="Rizwan Rashid" userId="12b6bffb-8fd7-410a-bd1e-f473b901c3a4" providerId="ADAL" clId="{8A71CFBF-F94D-4B0D-B152-88CEBCF7EA89}" dt="2024-02-11T13:47:12.857" v="710" actId="21"/>
          <ac:picMkLst>
            <pc:docMk/>
            <pc:sldMk cId="97071804" sldId="262"/>
            <ac:picMk id="5" creationId="{00000000-0000-0000-0000-000000000000}"/>
          </ac:picMkLst>
        </pc:picChg>
      </pc:sldChg>
      <pc:sldChg chg="modSp mod">
        <pc:chgData name="Rizwan Rashid" userId="12b6bffb-8fd7-410a-bd1e-f473b901c3a4" providerId="ADAL" clId="{8A71CFBF-F94D-4B0D-B152-88CEBCF7EA89}" dt="2024-02-11T13:49:26.238" v="770" actId="20577"/>
        <pc:sldMkLst>
          <pc:docMk/>
          <pc:sldMk cId="1942275795" sldId="290"/>
        </pc:sldMkLst>
        <pc:spChg chg="mod">
          <ac:chgData name="Rizwan Rashid" userId="12b6bffb-8fd7-410a-bd1e-f473b901c3a4" providerId="ADAL" clId="{8A71CFBF-F94D-4B0D-B152-88CEBCF7EA89}" dt="2024-02-11T13:49:26.238" v="770" actId="20577"/>
          <ac:spMkLst>
            <pc:docMk/>
            <pc:sldMk cId="1942275795" sldId="290"/>
            <ac:spMk id="3" creationId="{21A8DE31-E120-6257-4C44-BC406DEB0688}"/>
          </ac:spMkLst>
        </pc:spChg>
      </pc:sldChg>
      <pc:sldChg chg="addSp modSp mod setBg modShow">
        <pc:chgData name="Rizwan Rashid" userId="12b6bffb-8fd7-410a-bd1e-f473b901c3a4" providerId="ADAL" clId="{8A71CFBF-F94D-4B0D-B152-88CEBCF7EA89}" dt="2024-02-11T14:27:25.697" v="992" actId="14100"/>
        <pc:sldMkLst>
          <pc:docMk/>
          <pc:sldMk cId="2081293034" sldId="294"/>
        </pc:sldMkLst>
        <pc:spChg chg="add">
          <ac:chgData name="Rizwan Rashid" userId="12b6bffb-8fd7-410a-bd1e-f473b901c3a4" providerId="ADAL" clId="{8A71CFBF-F94D-4B0D-B152-88CEBCF7EA89}" dt="2024-02-11T14:17:05.153" v="956"/>
          <ac:spMkLst>
            <pc:docMk/>
            <pc:sldMk cId="2081293034" sldId="294"/>
            <ac:spMk id="4" creationId="{F96E6AE4-52CC-58FC-196E-9FE295CE9BD0}"/>
          </ac:spMkLst>
        </pc:spChg>
        <pc:spChg chg="mod">
          <ac:chgData name="Rizwan Rashid" userId="12b6bffb-8fd7-410a-bd1e-f473b901c3a4" providerId="ADAL" clId="{8A71CFBF-F94D-4B0D-B152-88CEBCF7EA89}" dt="2024-02-11T14:17:43.938" v="969" actId="1076"/>
          <ac:spMkLst>
            <pc:docMk/>
            <pc:sldMk cId="2081293034" sldId="294"/>
            <ac:spMk id="7" creationId="{A362CCF8-E07D-7B31-F4F2-CAA0CF1A50A6}"/>
          </ac:spMkLst>
        </pc:spChg>
        <pc:spChg chg="add mod">
          <ac:chgData name="Rizwan Rashid" userId="12b6bffb-8fd7-410a-bd1e-f473b901c3a4" providerId="ADAL" clId="{8A71CFBF-F94D-4B0D-B152-88CEBCF7EA89}" dt="2024-02-11T14:20:55.808" v="989" actId="207"/>
          <ac:spMkLst>
            <pc:docMk/>
            <pc:sldMk cId="2081293034" sldId="294"/>
            <ac:spMk id="8" creationId="{078D675E-6E1E-82BF-FED6-9008D6D9F74C}"/>
          </ac:spMkLst>
        </pc:spChg>
        <pc:cxnChg chg="mod">
          <ac:chgData name="Rizwan Rashid" userId="12b6bffb-8fd7-410a-bd1e-f473b901c3a4" providerId="ADAL" clId="{8A71CFBF-F94D-4B0D-B152-88CEBCF7EA89}" dt="2024-02-11T14:18:54.272" v="978" actId="13822"/>
          <ac:cxnSpMkLst>
            <pc:docMk/>
            <pc:sldMk cId="2081293034" sldId="294"/>
            <ac:cxnSpMk id="9" creationId="{D21E8B09-4921-E97B-1E16-8297F1506837}"/>
          </ac:cxnSpMkLst>
        </pc:cxnChg>
        <pc:cxnChg chg="mod">
          <ac:chgData name="Rizwan Rashid" userId="12b6bffb-8fd7-410a-bd1e-f473b901c3a4" providerId="ADAL" clId="{8A71CFBF-F94D-4B0D-B152-88CEBCF7EA89}" dt="2024-02-11T14:18:54.272" v="978" actId="13822"/>
          <ac:cxnSpMkLst>
            <pc:docMk/>
            <pc:sldMk cId="2081293034" sldId="294"/>
            <ac:cxnSpMk id="10" creationId="{0FD52D5D-F884-4808-2E2C-5A189B8E64C4}"/>
          </ac:cxnSpMkLst>
        </pc:cxnChg>
        <pc:cxnChg chg="mod">
          <ac:chgData name="Rizwan Rashid" userId="12b6bffb-8fd7-410a-bd1e-f473b901c3a4" providerId="ADAL" clId="{8A71CFBF-F94D-4B0D-B152-88CEBCF7EA89}" dt="2024-02-11T14:27:20.821" v="991" actId="14100"/>
          <ac:cxnSpMkLst>
            <pc:docMk/>
            <pc:sldMk cId="2081293034" sldId="294"/>
            <ac:cxnSpMk id="12" creationId="{0AD705F5-2BFF-07AF-A7CE-7EBF36CBDEBC}"/>
          </ac:cxnSpMkLst>
        </pc:cxnChg>
        <pc:cxnChg chg="mod">
          <ac:chgData name="Rizwan Rashid" userId="12b6bffb-8fd7-410a-bd1e-f473b901c3a4" providerId="ADAL" clId="{8A71CFBF-F94D-4B0D-B152-88CEBCF7EA89}" dt="2024-02-11T14:27:25.697" v="992" actId="14100"/>
          <ac:cxnSpMkLst>
            <pc:docMk/>
            <pc:sldMk cId="2081293034" sldId="294"/>
            <ac:cxnSpMk id="14" creationId="{38212BAB-4689-1932-7C6B-1E3A6C3EBF92}"/>
          </ac:cxnSpMkLst>
        </pc:cxnChg>
      </pc:sldChg>
      <pc:sldChg chg="mod modShow">
        <pc:chgData name="Rizwan Rashid" userId="12b6bffb-8fd7-410a-bd1e-f473b901c3a4" providerId="ADAL" clId="{8A71CFBF-F94D-4B0D-B152-88CEBCF7EA89}" dt="2024-02-11T14:06:20.048" v="947" actId="729"/>
        <pc:sldMkLst>
          <pc:docMk/>
          <pc:sldMk cId="3628232745" sldId="295"/>
        </pc:sldMkLst>
      </pc:sldChg>
      <pc:sldChg chg="mod modShow">
        <pc:chgData name="Rizwan Rashid" userId="12b6bffb-8fd7-410a-bd1e-f473b901c3a4" providerId="ADAL" clId="{8A71CFBF-F94D-4B0D-B152-88CEBCF7EA89}" dt="2024-02-11T14:11:21.665" v="948" actId="729"/>
        <pc:sldMkLst>
          <pc:docMk/>
          <pc:sldMk cId="977304459" sldId="296"/>
        </pc:sldMkLst>
      </pc:sldChg>
      <pc:sldChg chg="ord">
        <pc:chgData name="Rizwan Rashid" userId="12b6bffb-8fd7-410a-bd1e-f473b901c3a4" providerId="ADAL" clId="{8A71CFBF-F94D-4B0D-B152-88CEBCF7EA89}" dt="2024-02-12T06:35:08.250" v="994"/>
        <pc:sldMkLst>
          <pc:docMk/>
          <pc:sldMk cId="1483817649" sldId="356"/>
        </pc:sldMkLst>
      </pc:sldChg>
      <pc:sldChg chg="mod modShow">
        <pc:chgData name="Rizwan Rashid" userId="12b6bffb-8fd7-410a-bd1e-f473b901c3a4" providerId="ADAL" clId="{8A71CFBF-F94D-4B0D-B152-88CEBCF7EA89}" dt="2024-02-11T14:06:11.896" v="945" actId="729"/>
        <pc:sldMkLst>
          <pc:docMk/>
          <pc:sldMk cId="1385174625" sldId="358"/>
        </pc:sldMkLst>
      </pc:sldChg>
      <pc:sldChg chg="modSp mod">
        <pc:chgData name="Rizwan Rashid" userId="12b6bffb-8fd7-410a-bd1e-f473b901c3a4" providerId="ADAL" clId="{8A71CFBF-F94D-4B0D-B152-88CEBCF7EA89}" dt="2024-02-11T14:05:50.114" v="944" actId="6549"/>
        <pc:sldMkLst>
          <pc:docMk/>
          <pc:sldMk cId="1604194271" sldId="359"/>
        </pc:sldMkLst>
        <pc:spChg chg="mod">
          <ac:chgData name="Rizwan Rashid" userId="12b6bffb-8fd7-410a-bd1e-f473b901c3a4" providerId="ADAL" clId="{8A71CFBF-F94D-4B0D-B152-88CEBCF7EA89}" dt="2024-02-11T14:05:50.114" v="944" actId="6549"/>
          <ac:spMkLst>
            <pc:docMk/>
            <pc:sldMk cId="1604194271" sldId="359"/>
            <ac:spMk id="3" creationId="{D45156B2-49D3-3D18-A16D-E5D419DE4249}"/>
          </ac:spMkLst>
        </pc:spChg>
      </pc:sldChg>
      <pc:sldChg chg="addSp delSp modSp new mod ord">
        <pc:chgData name="Rizwan Rashid" userId="12b6bffb-8fd7-410a-bd1e-f473b901c3a4" providerId="ADAL" clId="{8A71CFBF-F94D-4B0D-B152-88CEBCF7EA89}" dt="2024-02-11T13:46:49.088" v="707"/>
        <pc:sldMkLst>
          <pc:docMk/>
          <pc:sldMk cId="3319219018" sldId="360"/>
        </pc:sldMkLst>
        <pc:spChg chg="mod">
          <ac:chgData name="Rizwan Rashid" userId="12b6bffb-8fd7-410a-bd1e-f473b901c3a4" providerId="ADAL" clId="{8A71CFBF-F94D-4B0D-B152-88CEBCF7EA89}" dt="2024-02-11T13:35:27.437" v="38" actId="313"/>
          <ac:spMkLst>
            <pc:docMk/>
            <pc:sldMk cId="3319219018" sldId="360"/>
            <ac:spMk id="2" creationId="{2A74AE4F-9C8F-6FB8-6E50-F4CBC53930F0}"/>
          </ac:spMkLst>
        </pc:spChg>
        <pc:spChg chg="mod">
          <ac:chgData name="Rizwan Rashid" userId="12b6bffb-8fd7-410a-bd1e-f473b901c3a4" providerId="ADAL" clId="{8A71CFBF-F94D-4B0D-B152-88CEBCF7EA89}" dt="2024-02-11T13:40:32.175" v="409" actId="6549"/>
          <ac:spMkLst>
            <pc:docMk/>
            <pc:sldMk cId="3319219018" sldId="360"/>
            <ac:spMk id="3" creationId="{E262E07B-D543-9CA9-537A-E2BA02E84554}"/>
          </ac:spMkLst>
        </pc:spChg>
        <pc:spChg chg="add del mod">
          <ac:chgData name="Rizwan Rashid" userId="12b6bffb-8fd7-410a-bd1e-f473b901c3a4" providerId="ADAL" clId="{8A71CFBF-F94D-4B0D-B152-88CEBCF7EA89}" dt="2024-02-11T13:39:59.992" v="403"/>
          <ac:spMkLst>
            <pc:docMk/>
            <pc:sldMk cId="3319219018" sldId="360"/>
            <ac:spMk id="4" creationId="{54B7307F-12C4-5F62-0359-86E73832F15B}"/>
          </ac:spMkLst>
        </pc:spChg>
        <pc:spChg chg="add mod">
          <ac:chgData name="Rizwan Rashid" userId="12b6bffb-8fd7-410a-bd1e-f473b901c3a4" providerId="ADAL" clId="{8A71CFBF-F94D-4B0D-B152-88CEBCF7EA89}" dt="2024-02-11T13:42:21.601" v="530" actId="1076"/>
          <ac:spMkLst>
            <pc:docMk/>
            <pc:sldMk cId="3319219018" sldId="360"/>
            <ac:spMk id="5" creationId="{267B971F-212B-81A2-5F88-53265E7D3DEC}"/>
          </ac:spMkLst>
        </pc:spChg>
      </pc:sldChg>
      <pc:sldChg chg="addSp delSp modSp add mod ord">
        <pc:chgData name="Rizwan Rashid" userId="12b6bffb-8fd7-410a-bd1e-f473b901c3a4" providerId="ADAL" clId="{8A71CFBF-F94D-4B0D-B152-88CEBCF7EA89}" dt="2024-02-11T13:47:21.501" v="714" actId="1076"/>
        <pc:sldMkLst>
          <pc:docMk/>
          <pc:sldMk cId="455168458" sldId="361"/>
        </pc:sldMkLst>
        <pc:spChg chg="mod">
          <ac:chgData name="Rizwan Rashid" userId="12b6bffb-8fd7-410a-bd1e-f473b901c3a4" providerId="ADAL" clId="{8A71CFBF-F94D-4B0D-B152-88CEBCF7EA89}" dt="2024-02-11T13:46:20.811" v="704" actId="20577"/>
          <ac:spMkLst>
            <pc:docMk/>
            <pc:sldMk cId="455168458" sldId="361"/>
            <ac:spMk id="3" creationId="{F84FFB36-E792-F0B8-C891-DB621BE6402D}"/>
          </ac:spMkLst>
        </pc:spChg>
        <pc:spChg chg="del mod">
          <ac:chgData name="Rizwan Rashid" userId="12b6bffb-8fd7-410a-bd1e-f473b901c3a4" providerId="ADAL" clId="{8A71CFBF-F94D-4B0D-B152-88CEBCF7EA89}" dt="2024-02-11T13:47:17.608" v="711" actId="478"/>
          <ac:spMkLst>
            <pc:docMk/>
            <pc:sldMk cId="455168458" sldId="361"/>
            <ac:spMk id="5" creationId="{16C58FCF-3E3A-9DE6-8C39-FFB86F8FC4BB}"/>
          </ac:spMkLst>
        </pc:spChg>
        <pc:picChg chg="add mod">
          <ac:chgData name="Rizwan Rashid" userId="12b6bffb-8fd7-410a-bd1e-f473b901c3a4" providerId="ADAL" clId="{8A71CFBF-F94D-4B0D-B152-88CEBCF7EA89}" dt="2024-02-11T13:47:21.501" v="714" actId="1076"/>
          <ac:picMkLst>
            <pc:docMk/>
            <pc:sldMk cId="455168458" sldId="361"/>
            <ac:picMk id="4" creationId="{00000000-0000-0000-0000-000000000000}"/>
          </ac:picMkLst>
        </pc:picChg>
      </pc:sldChg>
      <pc:sldChg chg="addSp delSp new del mod setBg">
        <pc:chgData name="Rizwan Rashid" userId="12b6bffb-8fd7-410a-bd1e-f473b901c3a4" providerId="ADAL" clId="{8A71CFBF-F94D-4B0D-B152-88CEBCF7EA89}" dt="2024-02-11T14:21:03.602" v="990" actId="47"/>
        <pc:sldMkLst>
          <pc:docMk/>
          <pc:sldMk cId="541859315" sldId="362"/>
        </pc:sldMkLst>
        <pc:spChg chg="del">
          <ac:chgData name="Rizwan Rashid" userId="12b6bffb-8fd7-410a-bd1e-f473b901c3a4" providerId="ADAL" clId="{8A71CFBF-F94D-4B0D-B152-88CEBCF7EA89}" dt="2024-02-11T14:16:01.740" v="950" actId="478"/>
          <ac:spMkLst>
            <pc:docMk/>
            <pc:sldMk cId="541859315" sldId="362"/>
            <ac:spMk id="3" creationId="{8823A6A5-E122-EBDD-9E68-7B98196F836F}"/>
          </ac:spMkLst>
        </pc:spChg>
        <pc:spChg chg="add del">
          <ac:chgData name="Rizwan Rashid" userId="12b6bffb-8fd7-410a-bd1e-f473b901c3a4" providerId="ADAL" clId="{8A71CFBF-F94D-4B0D-B152-88CEBCF7EA89}" dt="2024-02-11T14:16:31.654" v="955" actId="478"/>
          <ac:spMkLst>
            <pc:docMk/>
            <pc:sldMk cId="541859315" sldId="362"/>
            <ac:spMk id="5" creationId="{24F40874-9B6C-F44A-1B42-CD8BC3A83D5E}"/>
          </ac:spMkLst>
        </pc:spChg>
        <pc:spChg chg="add">
          <ac:chgData name="Rizwan Rashid" userId="12b6bffb-8fd7-410a-bd1e-f473b901c3a4" providerId="ADAL" clId="{8A71CFBF-F94D-4B0D-B152-88CEBCF7EA89}" dt="2024-02-11T14:16:18.092" v="952"/>
          <ac:spMkLst>
            <pc:docMk/>
            <pc:sldMk cId="541859315" sldId="362"/>
            <ac:spMk id="6" creationId="{42552A05-DAD6-5AD4-2BC9-147CC33719DC}"/>
          </ac:spMkLst>
        </pc:spChg>
        <pc:spChg chg="add del">
          <ac:chgData name="Rizwan Rashid" userId="12b6bffb-8fd7-410a-bd1e-f473b901c3a4" providerId="ADAL" clId="{8A71CFBF-F94D-4B0D-B152-88CEBCF7EA89}" dt="2024-02-11T14:16:31.654" v="955" actId="478"/>
          <ac:spMkLst>
            <pc:docMk/>
            <pc:sldMk cId="541859315" sldId="362"/>
            <ac:spMk id="7" creationId="{943F0A72-579E-ED66-720A-F898D2FA4134}"/>
          </ac:spMkLst>
        </pc:spChg>
      </pc:sldChg>
    </pc:docChg>
  </pc:docChgLst>
  <pc:docChgLst>
    <pc:chgData name="Rizwan Rashid" userId="12b6bffb-8fd7-410a-bd1e-f473b901c3a4" providerId="ADAL" clId="{622C6767-3ED6-4557-A6C8-058F7454F415}"/>
    <pc:docChg chg="undo custSel addSld delSld modSld sldOrd modSection">
      <pc:chgData name="Rizwan Rashid" userId="12b6bffb-8fd7-410a-bd1e-f473b901c3a4" providerId="ADAL" clId="{622C6767-3ED6-4557-A6C8-058F7454F415}" dt="2022-09-13T06:45:08.916" v="361" actId="14100"/>
      <pc:docMkLst>
        <pc:docMk/>
      </pc:docMkLst>
      <pc:sldChg chg="modSp mod">
        <pc:chgData name="Rizwan Rashid" userId="12b6bffb-8fd7-410a-bd1e-f473b901c3a4" providerId="ADAL" clId="{622C6767-3ED6-4557-A6C8-058F7454F415}" dt="2022-09-13T06:21:34.477" v="355" actId="207"/>
        <pc:sldMkLst>
          <pc:docMk/>
          <pc:sldMk cId="1824679799" sldId="263"/>
        </pc:sldMkLst>
        <pc:spChg chg="mod">
          <ac:chgData name="Rizwan Rashid" userId="12b6bffb-8fd7-410a-bd1e-f473b901c3a4" providerId="ADAL" clId="{622C6767-3ED6-4557-A6C8-058F7454F415}" dt="2022-09-13T06:21:34.477" v="355" actId="207"/>
          <ac:spMkLst>
            <pc:docMk/>
            <pc:sldMk cId="1824679799" sldId="263"/>
            <ac:spMk id="3" creationId="{00000000-0000-0000-0000-000000000000}"/>
          </ac:spMkLst>
        </pc:spChg>
        <pc:spChg chg="mod">
          <ac:chgData name="Rizwan Rashid" userId="12b6bffb-8fd7-410a-bd1e-f473b901c3a4" providerId="ADAL" clId="{622C6767-3ED6-4557-A6C8-058F7454F415}" dt="2022-09-12T06:52:20.820" v="269" actId="1076"/>
          <ac:spMkLst>
            <pc:docMk/>
            <pc:sldMk cId="1824679799" sldId="263"/>
            <ac:spMk id="7" creationId="{00000000-0000-0000-0000-000000000000}"/>
          </ac:spMkLst>
        </pc:spChg>
        <pc:spChg chg="mod">
          <ac:chgData name="Rizwan Rashid" userId="12b6bffb-8fd7-410a-bd1e-f473b901c3a4" providerId="ADAL" clId="{622C6767-3ED6-4557-A6C8-058F7454F415}" dt="2022-09-12T06:52:14.461" v="267" actId="14100"/>
          <ac:spMkLst>
            <pc:docMk/>
            <pc:sldMk cId="1824679799" sldId="263"/>
            <ac:spMk id="8" creationId="{00000000-0000-0000-0000-000000000000}"/>
          </ac:spMkLst>
        </pc:spChg>
      </pc:sldChg>
      <pc:sldChg chg="addSp modSp mod">
        <pc:chgData name="Rizwan Rashid" userId="12b6bffb-8fd7-410a-bd1e-f473b901c3a4" providerId="ADAL" clId="{622C6767-3ED6-4557-A6C8-058F7454F415}" dt="2022-09-13T06:22:45.948" v="357" actId="6549"/>
        <pc:sldMkLst>
          <pc:docMk/>
          <pc:sldMk cId="942648271" sldId="264"/>
        </pc:sldMkLst>
        <pc:spChg chg="mod">
          <ac:chgData name="Rizwan Rashid" userId="12b6bffb-8fd7-410a-bd1e-f473b901c3a4" providerId="ADAL" clId="{622C6767-3ED6-4557-A6C8-058F7454F415}" dt="2022-09-13T06:22:45.948" v="357" actId="6549"/>
          <ac:spMkLst>
            <pc:docMk/>
            <pc:sldMk cId="942648271" sldId="264"/>
            <ac:spMk id="3" creationId="{00000000-0000-0000-0000-000000000000}"/>
          </ac:spMkLst>
        </pc:spChg>
        <pc:graphicFrameChg chg="add mod modGraphic">
          <ac:chgData name="Rizwan Rashid" userId="12b6bffb-8fd7-410a-bd1e-f473b901c3a4" providerId="ADAL" clId="{622C6767-3ED6-4557-A6C8-058F7454F415}" dt="2022-09-12T06:50:57.105" v="261" actId="20577"/>
          <ac:graphicFrameMkLst>
            <pc:docMk/>
            <pc:sldMk cId="942648271" sldId="264"/>
            <ac:graphicFrameMk id="4" creationId="{79AB5C74-A9C6-8C64-0FBD-ADBEF7A2974E}"/>
          </ac:graphicFrameMkLst>
        </pc:graphicFrameChg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2754505574" sldId="265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3545527896" sldId="266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872047244" sldId="268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2858619333" sldId="269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3575065900" sldId="270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1877310788" sldId="271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1722143253" sldId="272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2430356968" sldId="273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1525982192" sldId="274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3827601401" sldId="275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3856212642" sldId="277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512382660" sldId="278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3253143896" sldId="279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3987899476" sldId="280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3947968347" sldId="281"/>
        </pc:sldMkLst>
      </pc:sldChg>
      <pc:sldChg chg="addSp delSp modSp add mod">
        <pc:chgData name="Rizwan Rashid" userId="12b6bffb-8fd7-410a-bd1e-f473b901c3a4" providerId="ADAL" clId="{622C6767-3ED6-4557-A6C8-058F7454F415}" dt="2022-09-12T07:19:03.715" v="329" actId="478"/>
        <pc:sldMkLst>
          <pc:docMk/>
          <pc:sldMk cId="66495438" sldId="285"/>
        </pc:sldMkLst>
        <pc:spChg chg="mod">
          <ac:chgData name="Rizwan Rashid" userId="12b6bffb-8fd7-410a-bd1e-f473b901c3a4" providerId="ADAL" clId="{622C6767-3ED6-4557-A6C8-058F7454F415}" dt="2022-09-12T07:18:52.319" v="325" actId="27636"/>
          <ac:spMkLst>
            <pc:docMk/>
            <pc:sldMk cId="66495438" sldId="285"/>
            <ac:spMk id="2" creationId="{00000000-0000-0000-0000-000000000000}"/>
          </ac:spMkLst>
        </pc:spChg>
        <pc:spChg chg="del">
          <ac:chgData name="Rizwan Rashid" userId="12b6bffb-8fd7-410a-bd1e-f473b901c3a4" providerId="ADAL" clId="{622C6767-3ED6-4557-A6C8-058F7454F415}" dt="2022-09-12T07:18:55.508" v="326" actId="478"/>
          <ac:spMkLst>
            <pc:docMk/>
            <pc:sldMk cId="66495438" sldId="285"/>
            <ac:spMk id="3" creationId="{00000000-0000-0000-0000-000000000000}"/>
          </ac:spMkLst>
        </pc:spChg>
        <pc:spChg chg="del">
          <ac:chgData name="Rizwan Rashid" userId="12b6bffb-8fd7-410a-bd1e-f473b901c3a4" providerId="ADAL" clId="{622C6767-3ED6-4557-A6C8-058F7454F415}" dt="2022-09-12T07:19:01.098" v="328" actId="478"/>
          <ac:spMkLst>
            <pc:docMk/>
            <pc:sldMk cId="66495438" sldId="285"/>
            <ac:spMk id="6" creationId="{00000000-0000-0000-0000-000000000000}"/>
          </ac:spMkLst>
        </pc:spChg>
        <pc:spChg chg="del">
          <ac:chgData name="Rizwan Rashid" userId="12b6bffb-8fd7-410a-bd1e-f473b901c3a4" providerId="ADAL" clId="{622C6767-3ED6-4557-A6C8-058F7454F415}" dt="2022-09-12T07:19:03.715" v="329" actId="478"/>
          <ac:spMkLst>
            <pc:docMk/>
            <pc:sldMk cId="66495438" sldId="285"/>
            <ac:spMk id="7" creationId="{00000000-0000-0000-0000-000000000000}"/>
          </ac:spMkLst>
        </pc:spChg>
        <pc:spChg chg="add del mod">
          <ac:chgData name="Rizwan Rashid" userId="12b6bffb-8fd7-410a-bd1e-f473b901c3a4" providerId="ADAL" clId="{622C6767-3ED6-4557-A6C8-058F7454F415}" dt="2022-09-12T07:18:57.970" v="327" actId="478"/>
          <ac:spMkLst>
            <pc:docMk/>
            <pc:sldMk cId="66495438" sldId="285"/>
            <ac:spMk id="8" creationId="{DD4554F5-8D7A-28EC-7404-44B04CA0352E}"/>
          </ac:spMkLst>
        </pc:spChg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2052178619" sldId="285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575251831" sldId="286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2024003367" sldId="286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2847018060" sldId="287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326218808" sldId="288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2708641951" sldId="289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3845612176" sldId="290"/>
        </pc:sldMkLst>
      </pc:sldChg>
      <pc:sldChg chg="modSp mod">
        <pc:chgData name="Rizwan Rashid" userId="12b6bffb-8fd7-410a-bd1e-f473b901c3a4" providerId="ADAL" clId="{622C6767-3ED6-4557-A6C8-058F7454F415}" dt="2022-09-12T07:03:12.042" v="316" actId="20577"/>
        <pc:sldMkLst>
          <pc:docMk/>
          <pc:sldMk cId="831587583" sldId="291"/>
        </pc:sldMkLst>
        <pc:spChg chg="mod">
          <ac:chgData name="Rizwan Rashid" userId="12b6bffb-8fd7-410a-bd1e-f473b901c3a4" providerId="ADAL" clId="{622C6767-3ED6-4557-A6C8-058F7454F415}" dt="2022-09-12T06:39:22.389" v="5" actId="20577"/>
          <ac:spMkLst>
            <pc:docMk/>
            <pc:sldMk cId="831587583" sldId="291"/>
            <ac:spMk id="15363" creationId="{00000000-0000-0000-0000-000000000000}"/>
          </ac:spMkLst>
        </pc:spChg>
        <pc:spChg chg="mod">
          <ac:chgData name="Rizwan Rashid" userId="12b6bffb-8fd7-410a-bd1e-f473b901c3a4" providerId="ADAL" clId="{622C6767-3ED6-4557-A6C8-058F7454F415}" dt="2022-09-12T07:03:12.042" v="316" actId="20577"/>
          <ac:spMkLst>
            <pc:docMk/>
            <pc:sldMk cId="831587583" sldId="291"/>
            <ac:spMk id="15364" creationId="{00000000-0000-0000-0000-000000000000}"/>
          </ac:spMkLst>
        </pc:spChg>
      </pc:sldChg>
      <pc:sldChg chg="addSp delSp modSp mod modClrScheme chgLayout">
        <pc:chgData name="Rizwan Rashid" userId="12b6bffb-8fd7-410a-bd1e-f473b901c3a4" providerId="ADAL" clId="{622C6767-3ED6-4557-A6C8-058F7454F415}" dt="2022-09-12T06:45:10.899" v="106"/>
        <pc:sldMkLst>
          <pc:docMk/>
          <pc:sldMk cId="1203884443" sldId="292"/>
        </pc:sldMkLst>
        <pc:spChg chg="add del mod">
          <ac:chgData name="Rizwan Rashid" userId="12b6bffb-8fd7-410a-bd1e-f473b901c3a4" providerId="ADAL" clId="{622C6767-3ED6-4557-A6C8-058F7454F415}" dt="2022-09-12T06:44:44.799" v="82" actId="478"/>
          <ac:spMkLst>
            <pc:docMk/>
            <pc:sldMk cId="1203884443" sldId="292"/>
            <ac:spMk id="3" creationId="{8B6CBC02-469B-2F13-C3D6-96C4EDBAFC70}"/>
          </ac:spMkLst>
        </pc:spChg>
        <pc:spChg chg="add mod ord">
          <ac:chgData name="Rizwan Rashid" userId="12b6bffb-8fd7-410a-bd1e-f473b901c3a4" providerId="ADAL" clId="{622C6767-3ED6-4557-A6C8-058F7454F415}" dt="2022-09-12T06:45:09.638" v="102" actId="113"/>
          <ac:spMkLst>
            <pc:docMk/>
            <pc:sldMk cId="1203884443" sldId="292"/>
            <ac:spMk id="4" creationId="{5EEECB28-6374-580A-EFAA-202E3A9C40F2}"/>
          </ac:spMkLst>
        </pc:spChg>
        <pc:spChg chg="mod ord">
          <ac:chgData name="Rizwan Rashid" userId="12b6bffb-8fd7-410a-bd1e-f473b901c3a4" providerId="ADAL" clId="{622C6767-3ED6-4557-A6C8-058F7454F415}" dt="2022-09-12T06:44:38.412" v="81" actId="700"/>
          <ac:spMkLst>
            <pc:docMk/>
            <pc:sldMk cId="1203884443" sldId="292"/>
            <ac:spMk id="16386" creationId="{00000000-0000-0000-0000-000000000000}"/>
          </ac:spMkLst>
        </pc:spChg>
        <pc:spChg chg="del mod">
          <ac:chgData name="Rizwan Rashid" userId="12b6bffb-8fd7-410a-bd1e-f473b901c3a4" providerId="ADAL" clId="{622C6767-3ED6-4557-A6C8-058F7454F415}" dt="2022-09-12T06:45:10.871" v="104"/>
          <ac:spMkLst>
            <pc:docMk/>
            <pc:sldMk cId="1203884443" sldId="292"/>
            <ac:spMk id="16387" creationId="{00000000-0000-0000-0000-000000000000}"/>
          </ac:spMkLst>
        </pc:spChg>
        <pc:spChg chg="del mod">
          <ac:chgData name="Rizwan Rashid" userId="12b6bffb-8fd7-410a-bd1e-f473b901c3a4" providerId="ADAL" clId="{622C6767-3ED6-4557-A6C8-058F7454F415}" dt="2022-09-12T06:45:10.899" v="106"/>
          <ac:spMkLst>
            <pc:docMk/>
            <pc:sldMk cId="1203884443" sldId="292"/>
            <ac:spMk id="16389" creationId="{00000000-0000-0000-0000-000000000000}"/>
          </ac:spMkLst>
        </pc:spChg>
      </pc:sldChg>
      <pc:sldChg chg="addSp delSp modSp mod modClrScheme chgLayout">
        <pc:chgData name="Rizwan Rashid" userId="12b6bffb-8fd7-410a-bd1e-f473b901c3a4" providerId="ADAL" clId="{622C6767-3ED6-4557-A6C8-058F7454F415}" dt="2022-09-12T06:46:25.839" v="147"/>
        <pc:sldMkLst>
          <pc:docMk/>
          <pc:sldMk cId="212900289" sldId="293"/>
        </pc:sldMkLst>
        <pc:spChg chg="add del mod">
          <ac:chgData name="Rizwan Rashid" userId="12b6bffb-8fd7-410a-bd1e-f473b901c3a4" providerId="ADAL" clId="{622C6767-3ED6-4557-A6C8-058F7454F415}" dt="2022-09-12T06:45:22.880" v="116" actId="478"/>
          <ac:spMkLst>
            <pc:docMk/>
            <pc:sldMk cId="212900289" sldId="293"/>
            <ac:spMk id="3" creationId="{CDBB8A3C-CD95-0E8F-B0B0-12514A8DE596}"/>
          </ac:spMkLst>
        </pc:spChg>
        <pc:spChg chg="add del mod">
          <ac:chgData name="Rizwan Rashid" userId="12b6bffb-8fd7-410a-bd1e-f473b901c3a4" providerId="ADAL" clId="{622C6767-3ED6-4557-A6C8-058F7454F415}" dt="2022-09-12T06:45:12.384" v="107"/>
          <ac:spMkLst>
            <pc:docMk/>
            <pc:sldMk cId="212900289" sldId="293"/>
            <ac:spMk id="4" creationId="{1899583D-8106-6E3C-5A02-F1D83A770BA1}"/>
          </ac:spMkLst>
        </pc:spChg>
        <pc:spChg chg="add mod ord">
          <ac:chgData name="Rizwan Rashid" userId="12b6bffb-8fd7-410a-bd1e-f473b901c3a4" providerId="ADAL" clId="{622C6767-3ED6-4557-A6C8-058F7454F415}" dt="2022-09-12T06:46:22.479" v="143" actId="20577"/>
          <ac:spMkLst>
            <pc:docMk/>
            <pc:sldMk cId="212900289" sldId="293"/>
            <ac:spMk id="5" creationId="{6136E68E-D857-F419-ADC9-43292954A920}"/>
          </ac:spMkLst>
        </pc:spChg>
        <pc:spChg chg="mod ord">
          <ac:chgData name="Rizwan Rashid" userId="12b6bffb-8fd7-410a-bd1e-f473b901c3a4" providerId="ADAL" clId="{622C6767-3ED6-4557-A6C8-058F7454F415}" dt="2022-09-12T06:45:14.548" v="108" actId="700"/>
          <ac:spMkLst>
            <pc:docMk/>
            <pc:sldMk cId="212900289" sldId="293"/>
            <ac:spMk id="17410" creationId="{00000000-0000-0000-0000-000000000000}"/>
          </ac:spMkLst>
        </pc:spChg>
        <pc:spChg chg="del mod">
          <ac:chgData name="Rizwan Rashid" userId="12b6bffb-8fd7-410a-bd1e-f473b901c3a4" providerId="ADAL" clId="{622C6767-3ED6-4557-A6C8-058F7454F415}" dt="2022-09-12T06:46:25.837" v="145"/>
          <ac:spMkLst>
            <pc:docMk/>
            <pc:sldMk cId="212900289" sldId="293"/>
            <ac:spMk id="17411" creationId="{00000000-0000-0000-0000-000000000000}"/>
          </ac:spMkLst>
        </pc:spChg>
        <pc:spChg chg="mod">
          <ac:chgData name="Rizwan Rashid" userId="12b6bffb-8fd7-410a-bd1e-f473b901c3a4" providerId="ADAL" clId="{622C6767-3ED6-4557-A6C8-058F7454F415}" dt="2022-09-12T06:46:17.230" v="138" actId="1076"/>
          <ac:spMkLst>
            <pc:docMk/>
            <pc:sldMk cId="212900289" sldId="293"/>
            <ac:spMk id="17412" creationId="{00000000-0000-0000-0000-000000000000}"/>
          </ac:spMkLst>
        </pc:spChg>
        <pc:spChg chg="del mod">
          <ac:chgData name="Rizwan Rashid" userId="12b6bffb-8fd7-410a-bd1e-f473b901c3a4" providerId="ADAL" clId="{622C6767-3ED6-4557-A6C8-058F7454F415}" dt="2022-09-12T06:46:25.839" v="147"/>
          <ac:spMkLst>
            <pc:docMk/>
            <pc:sldMk cId="212900289" sldId="293"/>
            <ac:spMk id="17413" creationId="{00000000-0000-0000-0000-000000000000}"/>
          </ac:spMkLst>
        </pc:spChg>
      </pc:sldChg>
      <pc:sldChg chg="del">
        <pc:chgData name="Rizwan Rashid" userId="12b6bffb-8fd7-410a-bd1e-f473b901c3a4" providerId="ADAL" clId="{622C6767-3ED6-4557-A6C8-058F7454F415}" dt="2022-09-12T06:40:01.032" v="35" actId="47"/>
        <pc:sldMkLst>
          <pc:docMk/>
          <pc:sldMk cId="3471194043" sldId="294"/>
        </pc:sldMkLst>
      </pc:sldChg>
      <pc:sldChg chg="del">
        <pc:chgData name="Rizwan Rashid" userId="12b6bffb-8fd7-410a-bd1e-f473b901c3a4" providerId="ADAL" clId="{622C6767-3ED6-4557-A6C8-058F7454F415}" dt="2022-09-12T06:39:05.753" v="3" actId="47"/>
        <pc:sldMkLst>
          <pc:docMk/>
          <pc:sldMk cId="2601898605" sldId="297"/>
        </pc:sldMkLst>
      </pc:sldChg>
      <pc:sldChg chg="modSp mod">
        <pc:chgData name="Rizwan Rashid" userId="12b6bffb-8fd7-410a-bd1e-f473b901c3a4" providerId="ADAL" clId="{622C6767-3ED6-4557-A6C8-058F7454F415}" dt="2022-09-12T07:03:46.812" v="317" actId="123"/>
        <pc:sldMkLst>
          <pc:docMk/>
          <pc:sldMk cId="2562942074" sldId="298"/>
        </pc:sldMkLst>
        <pc:spChg chg="mod">
          <ac:chgData name="Rizwan Rashid" userId="12b6bffb-8fd7-410a-bd1e-f473b901c3a4" providerId="ADAL" clId="{622C6767-3ED6-4557-A6C8-058F7454F415}" dt="2022-09-12T07:03:46.812" v="317" actId="123"/>
          <ac:spMkLst>
            <pc:docMk/>
            <pc:sldMk cId="2562942074" sldId="298"/>
            <ac:spMk id="3" creationId="{00000000-0000-0000-0000-000000000000}"/>
          </ac:spMkLst>
        </pc:spChg>
      </pc:sldChg>
      <pc:sldChg chg="modSp ord">
        <pc:chgData name="Rizwan Rashid" userId="12b6bffb-8fd7-410a-bd1e-f473b901c3a4" providerId="ADAL" clId="{622C6767-3ED6-4557-A6C8-058F7454F415}" dt="2022-09-12T07:16:56.990" v="320"/>
        <pc:sldMkLst>
          <pc:docMk/>
          <pc:sldMk cId="4197278431" sldId="300"/>
        </pc:sldMkLst>
        <pc:picChg chg="mod">
          <ac:chgData name="Rizwan Rashid" userId="12b6bffb-8fd7-410a-bd1e-f473b901c3a4" providerId="ADAL" clId="{622C6767-3ED6-4557-A6C8-058F7454F415}" dt="2022-09-12T06:24:45.163" v="1" actId="14100"/>
          <ac:picMkLst>
            <pc:docMk/>
            <pc:sldMk cId="4197278431" sldId="300"/>
            <ac:picMk id="4098" creationId="{00000000-0000-0000-0000-000000000000}"/>
          </ac:picMkLst>
        </pc:picChg>
      </pc:sldChg>
      <pc:sldChg chg="addSp delSp modSp new mod">
        <pc:chgData name="Rizwan Rashid" userId="12b6bffb-8fd7-410a-bd1e-f473b901c3a4" providerId="ADAL" clId="{622C6767-3ED6-4557-A6C8-058F7454F415}" dt="2022-09-12T07:02:16.922" v="310" actId="1076"/>
        <pc:sldMkLst>
          <pc:docMk/>
          <pc:sldMk cId="3965992842" sldId="301"/>
        </pc:sldMkLst>
        <pc:spChg chg="mod">
          <ac:chgData name="Rizwan Rashid" userId="12b6bffb-8fd7-410a-bd1e-f473b901c3a4" providerId="ADAL" clId="{622C6767-3ED6-4557-A6C8-058F7454F415}" dt="2022-09-12T07:01:44.164" v="280"/>
          <ac:spMkLst>
            <pc:docMk/>
            <pc:sldMk cId="3965992842" sldId="301"/>
            <ac:spMk id="2" creationId="{5E5D82C6-2541-867D-1EB8-7F004A4880F7}"/>
          </ac:spMkLst>
        </pc:spChg>
        <pc:spChg chg="del">
          <ac:chgData name="Rizwan Rashid" userId="12b6bffb-8fd7-410a-bd1e-f473b901c3a4" providerId="ADAL" clId="{622C6767-3ED6-4557-A6C8-058F7454F415}" dt="2022-09-12T07:00:45.551" v="272" actId="478"/>
          <ac:spMkLst>
            <pc:docMk/>
            <pc:sldMk cId="3965992842" sldId="301"/>
            <ac:spMk id="3" creationId="{C43361B0-31A4-772C-55C8-BC4BCD70E216}"/>
          </ac:spMkLst>
        </pc:spChg>
        <pc:spChg chg="add mod">
          <ac:chgData name="Rizwan Rashid" userId="12b6bffb-8fd7-410a-bd1e-f473b901c3a4" providerId="ADAL" clId="{622C6767-3ED6-4557-A6C8-058F7454F415}" dt="2022-09-12T07:01:38.363" v="279" actId="1076"/>
          <ac:spMkLst>
            <pc:docMk/>
            <pc:sldMk cId="3965992842" sldId="301"/>
            <ac:spMk id="5" creationId="{6897BB00-401C-ED4B-357E-9F6665F2221D}"/>
          </ac:spMkLst>
        </pc:spChg>
        <pc:spChg chg="add mod">
          <ac:chgData name="Rizwan Rashid" userId="12b6bffb-8fd7-410a-bd1e-f473b901c3a4" providerId="ADAL" clId="{622C6767-3ED6-4557-A6C8-058F7454F415}" dt="2022-09-12T07:02:16.922" v="310" actId="1076"/>
          <ac:spMkLst>
            <pc:docMk/>
            <pc:sldMk cId="3965992842" sldId="301"/>
            <ac:spMk id="6" creationId="{8C486D04-0584-027B-C917-AB75024F378C}"/>
          </ac:spMkLst>
        </pc:spChg>
      </pc:sldChg>
      <pc:sldChg chg="modSp add mod">
        <pc:chgData name="Rizwan Rashid" userId="12b6bffb-8fd7-410a-bd1e-f473b901c3a4" providerId="ADAL" clId="{622C6767-3ED6-4557-A6C8-058F7454F415}" dt="2022-09-12T07:19:13.008" v="330" actId="6549"/>
        <pc:sldMkLst>
          <pc:docMk/>
          <pc:sldMk cId="4080774554" sldId="311"/>
        </pc:sldMkLst>
        <pc:spChg chg="mod">
          <ac:chgData name="Rizwan Rashid" userId="12b6bffb-8fd7-410a-bd1e-f473b901c3a4" providerId="ADAL" clId="{622C6767-3ED6-4557-A6C8-058F7454F415}" dt="2022-09-12T07:19:13.008" v="330" actId="6549"/>
          <ac:spMkLst>
            <pc:docMk/>
            <pc:sldMk cId="4080774554" sldId="311"/>
            <ac:spMk id="2" creationId="{00000000-0000-0000-0000-000000000000}"/>
          </ac:spMkLst>
        </pc:spChg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3023225113" sldId="314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3384335986" sldId="315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2976968180" sldId="316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3251913622" sldId="317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1578388320" sldId="318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815936738" sldId="319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226216255" sldId="321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1965285888" sldId="322"/>
        </pc:sldMkLst>
      </pc:sldChg>
      <pc:sldChg chg="addSp modSp add mod">
        <pc:chgData name="Rizwan Rashid" userId="12b6bffb-8fd7-410a-bd1e-f473b901c3a4" providerId="ADAL" clId="{622C6767-3ED6-4557-A6C8-058F7454F415}" dt="2022-09-12T08:17:36.335" v="334" actId="1076"/>
        <pc:sldMkLst>
          <pc:docMk/>
          <pc:sldMk cId="870004630" sldId="323"/>
        </pc:sldMkLst>
        <pc:spChg chg="add mod">
          <ac:chgData name="Rizwan Rashid" userId="12b6bffb-8fd7-410a-bd1e-f473b901c3a4" providerId="ADAL" clId="{622C6767-3ED6-4557-A6C8-058F7454F415}" dt="2022-09-12T08:17:36.335" v="334" actId="1076"/>
          <ac:spMkLst>
            <pc:docMk/>
            <pc:sldMk cId="870004630" sldId="323"/>
            <ac:spMk id="4" creationId="{D139C059-3A30-57E2-691F-F116878CDFF2}"/>
          </ac:spMkLst>
        </pc:spChg>
        <pc:grpChg chg="mod">
          <ac:chgData name="Rizwan Rashid" userId="12b6bffb-8fd7-410a-bd1e-f473b901c3a4" providerId="ADAL" clId="{622C6767-3ED6-4557-A6C8-058F7454F415}" dt="2022-09-12T08:17:30.703" v="333" actId="14100"/>
          <ac:grpSpMkLst>
            <pc:docMk/>
            <pc:sldMk cId="870004630" sldId="323"/>
            <ac:grpSpMk id="18" creationId="{00000000-0000-0000-0000-000000000000}"/>
          </ac:grpSpMkLst>
        </pc:grpChg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3466612107" sldId="324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861927672" sldId="325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1519596023" sldId="326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3280353684" sldId="327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2818357029" sldId="328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1189279890" sldId="329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3339834680" sldId="330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698131474" sldId="331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1018004235" sldId="332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992316408" sldId="333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491500806" sldId="334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1118868414" sldId="335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566803917" sldId="336"/>
        </pc:sldMkLst>
      </pc:sldChg>
      <pc:sldChg chg="modSp add mod">
        <pc:chgData name="Rizwan Rashid" userId="12b6bffb-8fd7-410a-bd1e-f473b901c3a4" providerId="ADAL" clId="{622C6767-3ED6-4557-A6C8-058F7454F415}" dt="2022-09-13T06:39:03.977" v="359" actId="1076"/>
        <pc:sldMkLst>
          <pc:docMk/>
          <pc:sldMk cId="1869275645" sldId="337"/>
        </pc:sldMkLst>
        <pc:picChg chg="mod">
          <ac:chgData name="Rizwan Rashid" userId="12b6bffb-8fd7-410a-bd1e-f473b901c3a4" providerId="ADAL" clId="{622C6767-3ED6-4557-A6C8-058F7454F415}" dt="2022-09-13T06:39:03.977" v="359" actId="1076"/>
          <ac:picMkLst>
            <pc:docMk/>
            <pc:sldMk cId="1869275645" sldId="337"/>
            <ac:picMk id="3" creationId="{00000000-0000-0000-0000-000000000000}"/>
          </ac:picMkLst>
        </pc:picChg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3287364403" sldId="338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1738021530" sldId="339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4136449634" sldId="340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1761034346" sldId="341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3290824082" sldId="342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1182641647" sldId="343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2169047430" sldId="344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4264702593" sldId="345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1455744426" sldId="346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1012718806" sldId="347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534742276" sldId="348"/>
        </pc:sldMkLst>
      </pc:sldChg>
      <pc:sldChg chg="modSp add mod">
        <pc:chgData name="Rizwan Rashid" userId="12b6bffb-8fd7-410a-bd1e-f473b901c3a4" providerId="ADAL" clId="{622C6767-3ED6-4557-A6C8-058F7454F415}" dt="2022-09-13T06:45:08.916" v="361" actId="14100"/>
        <pc:sldMkLst>
          <pc:docMk/>
          <pc:sldMk cId="1702532302" sldId="350"/>
        </pc:sldMkLst>
        <pc:picChg chg="mod">
          <ac:chgData name="Rizwan Rashid" userId="12b6bffb-8fd7-410a-bd1e-f473b901c3a4" providerId="ADAL" clId="{622C6767-3ED6-4557-A6C8-058F7454F415}" dt="2022-09-13T06:45:08.916" v="361" actId="14100"/>
          <ac:picMkLst>
            <pc:docMk/>
            <pc:sldMk cId="1702532302" sldId="350"/>
            <ac:picMk id="3" creationId="{00000000-0000-0000-0000-000000000000}"/>
          </ac:picMkLst>
        </pc:picChg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3363669761" sldId="351"/>
        </pc:sldMkLst>
      </pc:sldChg>
      <pc:sldChg chg="add del">
        <pc:chgData name="Rizwan Rashid" userId="12b6bffb-8fd7-410a-bd1e-f473b901c3a4" providerId="ADAL" clId="{622C6767-3ED6-4557-A6C8-058F7454F415}" dt="2022-09-12T08:19:39.704" v="335" actId="47"/>
        <pc:sldMkLst>
          <pc:docMk/>
          <pc:sldMk cId="3350808809" sldId="352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3490356399" sldId="353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941188047" sldId="354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859204886" sldId="355"/>
        </pc:sldMkLst>
      </pc:sldChg>
      <pc:sldMasterChg chg="delSldLayout">
        <pc:chgData name="Rizwan Rashid" userId="12b6bffb-8fd7-410a-bd1e-f473b901c3a4" providerId="ADAL" clId="{622C6767-3ED6-4557-A6C8-058F7454F415}" dt="2022-09-12T06:27:53.827" v="2" actId="47"/>
        <pc:sldMasterMkLst>
          <pc:docMk/>
          <pc:sldMasterMk cId="0" sldId="2147483648"/>
        </pc:sldMasterMkLst>
        <pc:sldLayoutChg chg="del">
          <pc:chgData name="Rizwan Rashid" userId="12b6bffb-8fd7-410a-bd1e-f473b901c3a4" providerId="ADAL" clId="{622C6767-3ED6-4557-A6C8-058F7454F415}" dt="2022-09-12T06:27:53.827" v="2" actId="47"/>
          <pc:sldLayoutMkLst>
            <pc:docMk/>
            <pc:sldMasterMk cId="0" sldId="2147483648"/>
            <pc:sldLayoutMk cId="196630239" sldId="2147483660"/>
          </pc:sldLayoutMkLst>
        </pc:sldLayoutChg>
        <pc:sldLayoutChg chg="del">
          <pc:chgData name="Rizwan Rashid" userId="12b6bffb-8fd7-410a-bd1e-f473b901c3a4" providerId="ADAL" clId="{622C6767-3ED6-4557-A6C8-058F7454F415}" dt="2022-09-12T06:27:53.827" v="2" actId="47"/>
          <pc:sldLayoutMkLst>
            <pc:docMk/>
            <pc:sldMasterMk cId="0" sldId="2147483648"/>
            <pc:sldLayoutMk cId="1131258976" sldId="214748366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296C72-6A44-4BFD-BDAE-56901D933A30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3AFD20-DF8A-4874-859A-50DB5FCCB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698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/>
              <a:t>HOW means describing the Inputs and describing how the Outputs are produced.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3AFD20-DF8A-4874-859A-50DB5FCCB6B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9691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AFF388-6A7C-4E2D-B13D-777D9B15673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4807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BCC05-6431-4DE6-A8DC-A8F2CBF452A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823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mp"/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tmp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tmp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tmp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tmp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tmp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tmp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tmp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tmp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tmp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tmp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609600"/>
          </a:xfrm>
        </p:spPr>
        <p:txBody>
          <a:bodyPr>
            <a:normAutofit/>
          </a:bodyPr>
          <a:lstStyle/>
          <a:p>
            <a:r>
              <a:rPr lang="en-US" dirty="0"/>
              <a:t>Lecture – 2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5791200"/>
            <a:ext cx="6553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Instructor: Khurram Iqbal</a:t>
            </a:r>
            <a:endParaRPr lang="en-US" sz="2400" dirty="0"/>
          </a:p>
          <a:p>
            <a:r>
              <a:rPr lang="en-US" sz="2400" b="1" dirty="0"/>
              <a:t>Email: Khurram.Iqbal@comsats.edu.pk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A4DF7E0-C62B-A570-D1D7-4D34145CFCD3}"/>
              </a:ext>
            </a:extLst>
          </p:cNvPr>
          <p:cNvSpPr txBox="1">
            <a:spLocks/>
          </p:cNvSpPr>
          <p:nvPr/>
        </p:nvSpPr>
        <p:spPr>
          <a:xfrm>
            <a:off x="685800" y="1855787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Programming Fundamentals</a:t>
            </a:r>
          </a:p>
        </p:txBody>
      </p:sp>
    </p:spTree>
    <p:extLst>
      <p:ext uri="{BB962C8B-B14F-4D97-AF65-F5344CB8AC3E}">
        <p14:creationId xmlns:p14="http://schemas.microsoft.com/office/powerpoint/2010/main" val="1480669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42A63-5A76-93B9-FB97-1503449C1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E73D7-C51F-F287-32D3-2F8BED2BB0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Computer Programming Languages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846607-FD85-6218-E062-DDE7CE520E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609600"/>
          </a:xfrm>
        </p:spPr>
        <p:txBody>
          <a:bodyPr>
            <a:normAutofit/>
          </a:bodyPr>
          <a:lstStyle/>
          <a:p>
            <a:r>
              <a:rPr lang="en-US" dirty="0"/>
              <a:t>Lecture –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0A4A08-AEA0-6A22-C864-6C0DCB9C714C}"/>
              </a:ext>
            </a:extLst>
          </p:cNvPr>
          <p:cNvSpPr/>
          <p:nvPr/>
        </p:nvSpPr>
        <p:spPr>
          <a:xfrm>
            <a:off x="457200" y="5791200"/>
            <a:ext cx="6553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Instructor: Khurram Iqbal</a:t>
            </a:r>
            <a:endParaRPr lang="en-US" sz="2400" dirty="0"/>
          </a:p>
          <a:p>
            <a:r>
              <a:rPr lang="en-US" sz="2400" b="1" dirty="0"/>
              <a:t>Email: Khurram.Iqbal@comsats.edu.pk </a:t>
            </a:r>
          </a:p>
        </p:txBody>
      </p:sp>
    </p:spTree>
    <p:extLst>
      <p:ext uri="{BB962C8B-B14F-4D97-AF65-F5344CB8AC3E}">
        <p14:creationId xmlns:p14="http://schemas.microsoft.com/office/powerpoint/2010/main" val="137105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Computer systems consist of </a:t>
            </a:r>
            <a:r>
              <a:rPr lang="en-US" u="sng" dirty="0"/>
              <a:t>hardware</a:t>
            </a:r>
            <a:r>
              <a:rPr lang="en-US" dirty="0"/>
              <a:t> and </a:t>
            </a:r>
            <a:r>
              <a:rPr lang="en-US" u="sng" dirty="0"/>
              <a:t>software</a:t>
            </a:r>
          </a:p>
          <a:p>
            <a:r>
              <a:rPr lang="en-US" dirty="0"/>
              <a:t>A set of instructions for the computer to carry out is called a </a:t>
            </a:r>
            <a:r>
              <a:rPr lang="en-US" u="sng" dirty="0"/>
              <a:t>program</a:t>
            </a:r>
          </a:p>
          <a:p>
            <a:pPr algn="just"/>
            <a:r>
              <a:rPr lang="en-US" dirty="0"/>
              <a:t>All the different kinds of programs used to give instructions to the computer are </a:t>
            </a:r>
            <a:r>
              <a:rPr lang="en-US" u="sng" dirty="0"/>
              <a:t>collectively</a:t>
            </a:r>
            <a:r>
              <a:rPr lang="en-US" dirty="0"/>
              <a:t> referred to as </a:t>
            </a:r>
            <a:r>
              <a:rPr lang="en-US" u="sng" dirty="0"/>
              <a:t>software</a:t>
            </a:r>
          </a:p>
        </p:txBody>
      </p:sp>
    </p:spTree>
    <p:extLst>
      <p:ext uri="{BB962C8B-B14F-4D97-AF65-F5344CB8AC3E}">
        <p14:creationId xmlns:p14="http://schemas.microsoft.com/office/powerpoint/2010/main" val="2562942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and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525963"/>
          </a:xfrm>
        </p:spPr>
        <p:txBody>
          <a:bodyPr/>
          <a:lstStyle/>
          <a:p>
            <a:r>
              <a:rPr lang="en-US" dirty="0"/>
              <a:t>The CPU, or central processing unit, or processor, performs the instructions in a program</a:t>
            </a:r>
          </a:p>
          <a:p>
            <a:r>
              <a:rPr lang="en-US" dirty="0"/>
              <a:t>Computer’s  memory holds  data for the computer to process	</a:t>
            </a:r>
          </a:p>
          <a:p>
            <a:pPr lvl="1"/>
            <a:r>
              <a:rPr lang="en-US" dirty="0"/>
              <a:t>It holds the result of the computer’s intermediate calculations</a:t>
            </a:r>
          </a:p>
          <a:p>
            <a:pPr lvl="1"/>
            <a:r>
              <a:rPr lang="en-US" dirty="0"/>
              <a:t>A byte is the quantity of memory</a:t>
            </a:r>
          </a:p>
          <a:p>
            <a:pPr lvl="2"/>
            <a:r>
              <a:rPr lang="en-US" dirty="0"/>
              <a:t>1 gigabyte of RAM is approximately 1 billion bytes of memory</a:t>
            </a:r>
          </a:p>
        </p:txBody>
      </p:sp>
    </p:spTree>
    <p:extLst>
      <p:ext uri="{BB962C8B-B14F-4D97-AF65-F5344CB8AC3E}">
        <p14:creationId xmlns:p14="http://schemas.microsoft.com/office/powerpoint/2010/main" val="2238780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and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676400"/>
            <a:ext cx="4876800" cy="445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410200" y="1447800"/>
            <a:ext cx="35052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Main memory consists of a long list of numbered bytes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10201" y="2209800"/>
            <a:ext cx="35052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The number of a byte is called its address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10200" y="2971800"/>
            <a:ext cx="3505201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A byte is the smallest addressable </a:t>
            </a:r>
          </a:p>
          <a:p>
            <a:r>
              <a:rPr lang="en-US" dirty="0"/>
              <a:t>unit of memory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243583" y="4648200"/>
            <a:ext cx="3838433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Data (numbers, letters and string of characters) is encoded as a series of 0s and 1s and placed in the computer’s memory</a:t>
            </a:r>
          </a:p>
        </p:txBody>
      </p:sp>
    </p:spTree>
    <p:extLst>
      <p:ext uri="{BB962C8B-B14F-4D97-AF65-F5344CB8AC3E}">
        <p14:creationId xmlns:p14="http://schemas.microsoft.com/office/powerpoint/2010/main" val="4197278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Computer programs(software) are instructions that tell a computer what to do</a:t>
            </a:r>
          </a:p>
          <a:p>
            <a:r>
              <a:rPr lang="en-US" dirty="0"/>
              <a:t>Many programming languages</a:t>
            </a:r>
          </a:p>
          <a:p>
            <a:pPr lvl="1"/>
            <a:r>
              <a:rPr lang="en-US" dirty="0"/>
              <a:t>All programs are converted into instructions that computer can execute</a:t>
            </a:r>
          </a:p>
          <a:p>
            <a:r>
              <a:rPr lang="en-US" dirty="0"/>
              <a:t>Types of Languages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Machine Language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Assembly Language 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High-Level Language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5029200" y="3733800"/>
            <a:ext cx="3733800" cy="2171124"/>
            <a:chOff x="5029200" y="3733800"/>
            <a:chExt cx="3733800" cy="2171124"/>
          </a:xfrm>
        </p:grpSpPr>
        <p:sp>
          <p:nvSpPr>
            <p:cNvPr id="4" name="TextBox 3"/>
            <p:cNvSpPr txBox="1"/>
            <p:nvPr/>
          </p:nvSpPr>
          <p:spPr>
            <a:xfrm>
              <a:off x="5029200" y="4089042"/>
              <a:ext cx="3733800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/>
                <a:t>To add Two Numbers:</a:t>
              </a:r>
            </a:p>
            <a:p>
              <a:r>
                <a:rPr lang="en-US" sz="2800" dirty="0">
                  <a:solidFill>
                    <a:srgbClr val="002060"/>
                  </a:solidFill>
                </a:rPr>
                <a:t>1101101010011010</a:t>
              </a:r>
            </a:p>
            <a:p>
              <a:pPr marL="0" lvl="1"/>
              <a:r>
                <a:rPr lang="en-US" sz="2800" dirty="0">
                  <a:solidFill>
                    <a:srgbClr val="FF0000"/>
                  </a:solidFill>
                </a:rPr>
                <a:t>add 2, 3, result</a:t>
              </a:r>
            </a:p>
            <a:p>
              <a:pPr marL="0" lvl="1"/>
              <a:r>
                <a:rPr lang="en-US" sz="2800" dirty="0">
                  <a:solidFill>
                    <a:srgbClr val="7030A0"/>
                  </a:solidFill>
                </a:rPr>
                <a:t>result = 2 + 3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029200" y="3733800"/>
              <a:ext cx="33528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u="sng" dirty="0"/>
                <a:t>Example</a:t>
              </a:r>
              <a:endParaRPr lang="en-US" sz="2800" u="sng" dirty="0"/>
            </a:p>
          </p:txBody>
        </p:sp>
      </p:grpSp>
    </p:spTree>
    <p:extLst>
      <p:ext uri="{BB962C8B-B14F-4D97-AF65-F5344CB8AC3E}">
        <p14:creationId xmlns:p14="http://schemas.microsoft.com/office/powerpoint/2010/main" val="1020374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1" y="762000"/>
            <a:ext cx="8957256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82774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/>
              <a:t>Programming Paradigm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763000" cy="5410200"/>
          </a:xfrm>
        </p:spPr>
        <p:txBody>
          <a:bodyPr>
            <a:normAutofit/>
          </a:bodyPr>
          <a:lstStyle/>
          <a:p>
            <a:r>
              <a:rPr lang="en-US" sz="2800" b="0" i="0" dirty="0">
                <a:effectLst/>
                <a:latin typeface="+mj-lt"/>
              </a:rPr>
              <a:t>A </a:t>
            </a:r>
            <a:r>
              <a:rPr lang="en-US" sz="2800" b="1" i="0" dirty="0">
                <a:effectLst/>
                <a:latin typeface="+mj-lt"/>
              </a:rPr>
              <a:t>paradigm</a:t>
            </a:r>
            <a:r>
              <a:rPr lang="en-US" sz="2800" b="0" i="0" dirty="0">
                <a:effectLst/>
                <a:latin typeface="+mj-lt"/>
              </a:rPr>
              <a:t> is a system of concepts and practices that reflect the current state of our understanding of the field</a:t>
            </a:r>
          </a:p>
          <a:p>
            <a:r>
              <a:rPr lang="en-US" sz="2800" b="0" i="0" dirty="0">
                <a:effectLst/>
                <a:latin typeface="+mj-lt"/>
              </a:rPr>
              <a:t>A </a:t>
            </a:r>
            <a:r>
              <a:rPr lang="en-US" sz="2800" b="1" i="0" dirty="0">
                <a:effectLst/>
                <a:latin typeface="+mj-lt"/>
              </a:rPr>
              <a:t>programming paradigm </a:t>
            </a:r>
            <a:r>
              <a:rPr lang="en-US" sz="2800" b="0" i="0" dirty="0">
                <a:effectLst/>
                <a:latin typeface="+mj-lt"/>
              </a:rPr>
              <a:t>refers to a style, way, or classification of programming</a:t>
            </a:r>
          </a:p>
          <a:p>
            <a:r>
              <a:rPr lang="en-US" sz="2800" b="1" dirty="0"/>
              <a:t>Imperative</a:t>
            </a:r>
            <a:r>
              <a:rPr lang="en-US" sz="2800" dirty="0"/>
              <a:t> in which the programmer instructs the machine </a:t>
            </a:r>
            <a:r>
              <a:rPr lang="en-US" sz="2800" i="1" dirty="0">
                <a:solidFill>
                  <a:srgbClr val="FF0000"/>
                </a:solidFill>
              </a:rPr>
              <a:t>how to change its state</a:t>
            </a:r>
            <a:r>
              <a:rPr lang="en-US" sz="2800" i="1" dirty="0"/>
              <a:t>.</a:t>
            </a:r>
          </a:p>
          <a:p>
            <a:pPr marL="0" indent="0" algn="ctr">
              <a:buNone/>
            </a:pPr>
            <a:r>
              <a:rPr lang="en-US" sz="2400" b="1" dirty="0"/>
              <a:t>Examples: </a:t>
            </a:r>
            <a:r>
              <a:rPr lang="fr-FR" sz="2400" dirty="0"/>
              <a:t>C, C++, Java, PHP, Python, Ruby etc.</a:t>
            </a:r>
          </a:p>
          <a:p>
            <a:r>
              <a:rPr lang="en-US" sz="2800" b="1" dirty="0"/>
              <a:t>Declarative </a:t>
            </a:r>
            <a:r>
              <a:rPr lang="en-US" sz="2800" dirty="0"/>
              <a:t>the programmer states only </a:t>
            </a:r>
            <a:r>
              <a:rPr lang="en-US" sz="2800" i="1" dirty="0">
                <a:solidFill>
                  <a:srgbClr val="FF0000"/>
                </a:solidFill>
              </a:rPr>
              <a:t>what the result should look like</a:t>
            </a:r>
            <a:r>
              <a:rPr lang="en-US" sz="2800" dirty="0"/>
              <a:t>, </a:t>
            </a:r>
            <a:r>
              <a:rPr lang="en-US" sz="2800" b="1" dirty="0"/>
              <a:t>not</a:t>
            </a:r>
            <a:r>
              <a:rPr lang="en-US" sz="2800" dirty="0"/>
              <a:t> how to obtain it</a:t>
            </a:r>
          </a:p>
          <a:p>
            <a:endParaRPr lang="en-US" sz="2800" i="1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7071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Rectangle 1035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38" name="Group 1037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223477" y="2358"/>
            <a:ext cx="1407490" cy="1766008"/>
            <a:chOff x="-648769" y="2358"/>
            <a:chExt cx="1876653" cy="1766008"/>
          </a:xfrm>
        </p:grpSpPr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0" name="Rectangle 1039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42" name="Rectangle 1041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972226" y="6114337"/>
            <a:ext cx="645368" cy="48402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4" name="Isosceles Triangle 1043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77" y="5721108"/>
            <a:ext cx="1696473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Lightbox">
            <a:extLst>
              <a:ext uri="{FF2B5EF4-FFF2-40B4-BE49-F238E27FC236}">
                <a16:creationId xmlns:a16="http://schemas.microsoft.com/office/drawing/2014/main" id="{A27E4BED-C31A-9784-B24A-6111AB9CC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4914" y="685800"/>
            <a:ext cx="8554171" cy="4697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3817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4AE4F-9C8F-6FB8-6E50-F4CBC5393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Paradigms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2E07B-D543-9CA9-537A-E2BA02E84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Imperative programming</a:t>
            </a:r>
          </a:p>
          <a:p>
            <a:pPr lvl="1"/>
            <a:r>
              <a:rPr lang="en-US" dirty="0"/>
              <a:t>Imperative means: giving a command/instruction</a:t>
            </a:r>
          </a:p>
          <a:p>
            <a:pPr lvl="1"/>
            <a:r>
              <a:rPr lang="en-US" dirty="0"/>
              <a:t>A computer program describes a sequence of steps that change the state of the computer. E.g. C, C++ etc.</a:t>
            </a:r>
          </a:p>
          <a:p>
            <a:pPr lvl="1"/>
            <a:r>
              <a:rPr lang="en-US" dirty="0"/>
              <a:t>You need to tell every step to perform a task.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7B971F-212B-81A2-5F88-53265E7D3DEC}"/>
              </a:ext>
            </a:extLst>
          </p:cNvPr>
          <p:cNvSpPr txBox="1"/>
          <p:nvPr/>
        </p:nvSpPr>
        <p:spPr>
          <a:xfrm>
            <a:off x="2756439" y="4648200"/>
            <a:ext cx="363112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void main(){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int d;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int a, b;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a = 1;  b = 1;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d = a/b;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&lt;&lt;“division”&lt;&lt;d;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19219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38DE2-ECD3-78A6-38C0-426182E4C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A1514-9D5C-183C-9C66-30DDE4937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Paradigms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FFB36-E792-F0B8-C891-DB621BE64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Declarative programming</a:t>
            </a:r>
          </a:p>
          <a:p>
            <a:pPr lvl="1"/>
            <a:r>
              <a:rPr lang="en-US" dirty="0"/>
              <a:t>Another programming paradigm where you describe the results that you want, but not how to get there. </a:t>
            </a:r>
            <a:r>
              <a:rPr lang="en-US" dirty="0" err="1"/>
              <a:t>E.g</a:t>
            </a:r>
            <a:r>
              <a:rPr lang="en-US" dirty="0"/>
              <a:t> SQL, Prolog etc.</a:t>
            </a:r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3863181"/>
            <a:ext cx="3523877" cy="141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168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F1601-D9CC-A866-0490-353B01BE4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Paradigm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C42AD-0DCF-6889-ACDD-573CA594A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i="0" dirty="0">
                <a:effectLst/>
                <a:latin typeface="+mj-lt"/>
              </a:rPr>
              <a:t>Programming languages </a:t>
            </a:r>
            <a:r>
              <a:rPr lang="en-US" sz="2800" b="0" i="0" dirty="0">
                <a:effectLst/>
                <a:latin typeface="+mj-lt"/>
              </a:rPr>
              <a:t>are used in order to solve problems</a:t>
            </a:r>
          </a:p>
          <a:p>
            <a:pPr lvl="1"/>
            <a:r>
              <a:rPr lang="en-US" sz="2400" b="0" i="0" dirty="0">
                <a:effectLst/>
                <a:latin typeface="+mj-lt"/>
              </a:rPr>
              <a:t>Structured/Procedural  </a:t>
            </a:r>
            <a:r>
              <a:rPr lang="en-US" sz="2400" dirty="0">
                <a:latin typeface="+mj-lt"/>
              </a:rPr>
              <a:t>P</a:t>
            </a:r>
            <a:r>
              <a:rPr lang="en-US" sz="2400" b="0" i="0" dirty="0">
                <a:effectLst/>
                <a:latin typeface="+mj-lt"/>
              </a:rPr>
              <a:t>rogramming</a:t>
            </a:r>
            <a:endParaRPr lang="en-US" sz="2400" dirty="0">
              <a:latin typeface="+mj-lt"/>
            </a:endParaRPr>
          </a:p>
          <a:p>
            <a:pPr lvl="1"/>
            <a:r>
              <a:rPr lang="en-US" sz="2400" dirty="0">
                <a:latin typeface="+mj-lt"/>
              </a:rPr>
              <a:t>F</a:t>
            </a:r>
            <a:r>
              <a:rPr lang="en-US" sz="2400" b="0" i="0" dirty="0">
                <a:effectLst/>
                <a:latin typeface="+mj-lt"/>
              </a:rPr>
              <a:t>unctional </a:t>
            </a:r>
            <a:r>
              <a:rPr lang="en-US" sz="2400" dirty="0">
                <a:latin typeface="+mj-lt"/>
              </a:rPr>
              <a:t>P</a:t>
            </a:r>
            <a:r>
              <a:rPr lang="en-US" sz="2400" b="0" i="0" dirty="0">
                <a:effectLst/>
                <a:latin typeface="+mj-lt"/>
              </a:rPr>
              <a:t>rogramming</a:t>
            </a:r>
          </a:p>
          <a:p>
            <a:pPr lvl="1"/>
            <a:r>
              <a:rPr lang="en-US" sz="2400" dirty="0">
                <a:latin typeface="+mj-lt"/>
              </a:rPr>
              <a:t>O</a:t>
            </a:r>
            <a:r>
              <a:rPr lang="en-US" sz="2400" b="0" i="0" dirty="0">
                <a:effectLst/>
                <a:latin typeface="+mj-lt"/>
              </a:rPr>
              <a:t>bject-oriented Programming</a:t>
            </a:r>
            <a:endParaRPr 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2103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610600" cy="4525963"/>
          </a:xfrm>
        </p:spPr>
        <p:txBody>
          <a:bodyPr/>
          <a:lstStyle/>
          <a:p>
            <a:r>
              <a:rPr lang="en-US" sz="2800" dirty="0"/>
              <a:t>Kind of imperative programming </a:t>
            </a:r>
          </a:p>
          <a:p>
            <a:r>
              <a:rPr lang="en-US" sz="2800" dirty="0"/>
              <a:t>Control flow is defined by nested loops, conditionals, and subroutines</a:t>
            </a:r>
          </a:p>
          <a:p>
            <a:r>
              <a:rPr lang="en-US" sz="2800" i="1" u="sng" dirty="0"/>
              <a:t>Sequence</a:t>
            </a:r>
            <a:r>
              <a:rPr lang="en-US" sz="2800" i="1" dirty="0"/>
              <a:t>, </a:t>
            </a:r>
            <a:r>
              <a:rPr lang="en-US" sz="2800" i="1" u="sng" dirty="0">
                <a:solidFill>
                  <a:schemeClr val="accent1"/>
                </a:solidFill>
              </a:rPr>
              <a:t>Selection</a:t>
            </a:r>
            <a:r>
              <a:rPr lang="en-US" sz="2800" i="1" dirty="0">
                <a:solidFill>
                  <a:schemeClr val="accent1"/>
                </a:solidFill>
              </a:rPr>
              <a:t> </a:t>
            </a:r>
            <a:r>
              <a:rPr lang="en-US" sz="2800" i="1" dirty="0"/>
              <a:t>and</a:t>
            </a:r>
            <a:r>
              <a:rPr lang="en-US" sz="2800" i="1" dirty="0">
                <a:solidFill>
                  <a:schemeClr val="accent2"/>
                </a:solidFill>
              </a:rPr>
              <a:t> </a:t>
            </a:r>
            <a:r>
              <a:rPr lang="en-US" sz="2800" i="1" u="sng" dirty="0">
                <a:solidFill>
                  <a:schemeClr val="accent2"/>
                </a:solidFill>
              </a:rPr>
              <a:t>Repetition</a:t>
            </a:r>
            <a:endParaRPr lang="en-US" i="1" dirty="0"/>
          </a:p>
          <a:p>
            <a:pPr lvl="1"/>
            <a:endParaRPr lang="en-US" b="1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C677ACE-F1F6-045B-7951-5C09FD8DCC76}"/>
              </a:ext>
            </a:extLst>
          </p:cNvPr>
          <p:cNvGrpSpPr/>
          <p:nvPr/>
        </p:nvGrpSpPr>
        <p:grpSpPr>
          <a:xfrm>
            <a:off x="533400" y="4343400"/>
            <a:ext cx="8153400" cy="1481843"/>
            <a:chOff x="533400" y="3828694"/>
            <a:chExt cx="8153400" cy="1481843"/>
          </a:xfrm>
        </p:grpSpPr>
        <p:sp>
          <p:nvSpPr>
            <p:cNvPr id="7" name="TextBox 6"/>
            <p:cNvSpPr txBox="1"/>
            <p:nvPr/>
          </p:nvSpPr>
          <p:spPr>
            <a:xfrm>
              <a:off x="533400" y="3833209"/>
              <a:ext cx="2303476" cy="147732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pl-PL" b="1" dirty="0"/>
                <a:t>x= 5;</a:t>
              </a:r>
              <a:br>
                <a:rPr lang="pl-PL" b="1" dirty="0"/>
              </a:br>
              <a:r>
                <a:rPr lang="pl-PL" b="1" dirty="0"/>
                <a:t>y = 11;</a:t>
              </a:r>
              <a:br>
                <a:rPr lang="pl-PL" b="1" dirty="0"/>
              </a:br>
              <a:r>
                <a:rPr lang="pl-PL" b="1" dirty="0"/>
                <a:t>z = x + y;</a:t>
              </a:r>
              <a:br>
                <a:rPr lang="pl-PL" b="1" dirty="0"/>
              </a:br>
              <a:r>
                <a:rPr lang="pl-PL" b="1" dirty="0"/>
                <a:t>System.out.println(z);</a:t>
              </a:r>
              <a:endParaRPr lang="en-US" b="1" dirty="0"/>
            </a:p>
            <a:p>
              <a:endParaRPr lang="en-US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997151" y="3828694"/>
              <a:ext cx="3045424" cy="147732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/>
                <a:t>if (x % 2 == 0)</a:t>
              </a:r>
              <a:br>
                <a:rPr lang="en-US" b="1" dirty="0"/>
              </a:br>
              <a:r>
                <a:rPr lang="en-US" b="1" dirty="0"/>
                <a:t>{</a:t>
              </a:r>
              <a:br>
                <a:rPr lang="en-US" b="1" dirty="0"/>
              </a:br>
              <a:r>
                <a:rPr lang="en-US" b="1" dirty="0"/>
                <a:t>    </a:t>
              </a:r>
              <a:r>
                <a:rPr lang="en-US" b="1" dirty="0" err="1"/>
                <a:t>System.out.println</a:t>
              </a:r>
              <a:r>
                <a:rPr lang="en-US" b="1" dirty="0"/>
                <a:t>("The number is even.");</a:t>
              </a:r>
              <a:br>
                <a:rPr lang="en-US" b="1" dirty="0"/>
              </a:br>
              <a:r>
                <a:rPr lang="en-US" b="1" dirty="0"/>
                <a:t>}</a:t>
              </a:r>
              <a:endParaRPr lang="en-US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202850" y="3828694"/>
              <a:ext cx="2483950" cy="1477328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b="1"/>
                <a:t>while</a:t>
              </a:r>
              <a:r>
                <a:rPr lang="en-US" b="1" dirty="0"/>
                <a:t>(x &lt; 100)</a:t>
              </a:r>
              <a:br>
                <a:rPr lang="en-US" b="1" dirty="0"/>
              </a:br>
              <a:r>
                <a:rPr lang="en-US" b="1" dirty="0"/>
                <a:t>{</a:t>
              </a:r>
              <a:br>
                <a:rPr lang="en-US" b="1" dirty="0"/>
              </a:br>
              <a:r>
                <a:rPr lang="en-US" b="1" dirty="0"/>
                <a:t>    </a:t>
              </a:r>
              <a:r>
                <a:rPr lang="en-US" b="1" dirty="0" err="1"/>
                <a:t>System.out.println</a:t>
              </a:r>
              <a:r>
                <a:rPr lang="en-US" b="1" dirty="0"/>
                <a:t>(x);</a:t>
              </a:r>
              <a:br>
                <a:rPr lang="en-US" b="1" dirty="0"/>
              </a:br>
              <a:r>
                <a:rPr lang="en-US" b="1" dirty="0"/>
                <a:t>    x = x * x</a:t>
              </a:r>
              <a:br>
                <a:rPr lang="en-US" b="1" dirty="0"/>
              </a:br>
              <a:r>
                <a:rPr lang="en-US" b="1" dirty="0"/>
                <a:t>}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24679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90E19-BA8B-D0E1-F3C4-6DCEB56A6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Procedural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8DE31-E120-6257-4C44-BC406DEB0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525963"/>
          </a:xfrm>
        </p:spPr>
        <p:txBody>
          <a:bodyPr>
            <a:normAutofit/>
          </a:bodyPr>
          <a:lstStyle/>
          <a:p>
            <a:r>
              <a:rPr lang="en-US" sz="2800" b="0" i="0" dirty="0">
                <a:effectLst/>
                <a:latin typeface="+mj-lt"/>
              </a:rPr>
              <a:t>A language derived from structure programming and based on the use of call procedures</a:t>
            </a:r>
          </a:p>
          <a:p>
            <a:r>
              <a:rPr lang="en-US" sz="2800" b="1" i="0" dirty="0">
                <a:effectLst/>
                <a:latin typeface="+mj-lt"/>
              </a:rPr>
              <a:t>Procedures</a:t>
            </a:r>
            <a:r>
              <a:rPr lang="en-US" sz="2800" b="0" i="0" dirty="0">
                <a:effectLst/>
                <a:latin typeface="+mj-lt"/>
              </a:rPr>
              <a:t> are the functions, routines, or subroutines that specify the computational steps that need to be performed</a:t>
            </a:r>
          </a:p>
          <a:p>
            <a:r>
              <a:rPr lang="en-US" sz="2800" dirty="0">
                <a:latin typeface="+mj-lt"/>
              </a:rPr>
              <a:t>A program is designed using a top-down approach in procedural programming</a:t>
            </a:r>
          </a:p>
          <a:p>
            <a:r>
              <a:rPr lang="en-US" sz="2800" dirty="0">
                <a:latin typeface="+mj-lt"/>
              </a:rPr>
              <a:t>C/C++ starts execution from main() top function</a:t>
            </a:r>
          </a:p>
          <a:p>
            <a:r>
              <a:rPr lang="en-US" sz="2800" b="1" dirty="0">
                <a:latin typeface="+mj-lt"/>
              </a:rPr>
              <a:t>Examples</a:t>
            </a:r>
            <a:r>
              <a:rPr lang="en-US" sz="2800" dirty="0">
                <a:latin typeface="+mj-lt"/>
              </a:rPr>
              <a:t>: COBOL, BASIC, PASCAL, FORTRAN, and C</a:t>
            </a:r>
            <a:endParaRPr lang="en-US" sz="2800" b="0" i="0" dirty="0">
              <a:effectLst/>
              <a:latin typeface="+mj-lt"/>
            </a:endParaRPr>
          </a:p>
          <a:p>
            <a:endParaRPr 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422757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4B7C2-25F6-BCE9-D9F7-489048053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(C Language)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BA1B00-24C1-C4B2-C74C-896479200D83}"/>
              </a:ext>
            </a:extLst>
          </p:cNvPr>
          <p:cNvSpPr txBox="1"/>
          <p:nvPr/>
        </p:nvSpPr>
        <p:spPr>
          <a:xfrm>
            <a:off x="762000" y="1600200"/>
            <a:ext cx="71628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// Function to add two numbers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 add(int a, int b)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a + b;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int num1, num2;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("Enter two numbers: ");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("%d %d", &amp;num1, &amp;num2);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int sum = add(num1, num2);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("Sum: %d\n", sum);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0;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595605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>
                <a:latin typeface="+mj-lt"/>
              </a:rPr>
              <a:t>Object Oriented Programming (OOP)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480060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+mj-lt"/>
              </a:rPr>
              <a:t>O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+mj-lt"/>
              </a:rPr>
              <a:t>bject-oriented programming is about creating objects that contain both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+mj-lt"/>
              </a:rPr>
              <a:t>data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+mj-lt"/>
              </a:rPr>
              <a:t> and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+mj-lt"/>
              </a:rPr>
              <a:t>methods</a:t>
            </a:r>
          </a:p>
          <a:p>
            <a:r>
              <a:rPr lang="en-US" sz="2400" b="1" i="0" dirty="0">
                <a:solidFill>
                  <a:srgbClr val="000000"/>
                </a:solidFill>
                <a:effectLst/>
                <a:latin typeface="+mj-lt"/>
              </a:rPr>
              <a:t>Classes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+mj-lt"/>
              </a:rPr>
              <a:t> and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+mj-lt"/>
              </a:rPr>
              <a:t>objects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+mj-lt"/>
              </a:rPr>
              <a:t> are the two main aspects of object-oriented programming</a:t>
            </a:r>
          </a:p>
          <a:p>
            <a:pPr lvl="1"/>
            <a:endParaRPr lang="en-US" sz="2400" b="1" dirty="0">
              <a:latin typeface="+mj-lt"/>
            </a:endParaRPr>
          </a:p>
          <a:p>
            <a:endParaRPr lang="en-US" sz="2800" b="1" dirty="0">
              <a:latin typeface="+mj-lt"/>
            </a:endParaRPr>
          </a:p>
          <a:p>
            <a:endParaRPr lang="en-US" sz="2800" b="1" dirty="0">
              <a:latin typeface="+mj-lt"/>
            </a:endParaRPr>
          </a:p>
          <a:p>
            <a:endParaRPr lang="en-US" sz="2800" b="1" dirty="0">
              <a:latin typeface="+mj-lt"/>
            </a:endParaRPr>
          </a:p>
          <a:p>
            <a:r>
              <a:rPr lang="en-US" sz="2800" b="1" dirty="0">
                <a:latin typeface="+mj-lt"/>
              </a:rPr>
              <a:t>Examples:  </a:t>
            </a:r>
            <a:r>
              <a:rPr lang="en-US" sz="2800" dirty="0">
                <a:latin typeface="+mj-lt"/>
              </a:rPr>
              <a:t>C++, C#, Java, Python.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9AB5C74-A9C6-8C64-0FBD-ADBEF7A297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6842948"/>
              </p:ext>
            </p:extLst>
          </p:nvPr>
        </p:nvGraphicFramePr>
        <p:xfrm>
          <a:off x="1524000" y="3438144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8362274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0368859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Class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Object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482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Fruit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Apple, Banana, Mango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2531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Volvo, Audi, Toyota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9830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Ali, Hamza, Ahmad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2853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26482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D82C6-2541-867D-1EB8-7F004A488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Paradigm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97BB00-401C-ED4B-357E-9F6665F2221D}"/>
              </a:ext>
            </a:extLst>
          </p:cNvPr>
          <p:cNvSpPr txBox="1"/>
          <p:nvPr/>
        </p:nvSpPr>
        <p:spPr>
          <a:xfrm>
            <a:off x="444500" y="1828800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Car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String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carReg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int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carModel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String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carClass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public Car(String num)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carReg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num;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public String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getReg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	return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carReg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public static void main(String[]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Car Audi = new Car("AX-7865");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Audi.getReg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C486D04-0584-027B-C917-AB75024F378C}"/>
              </a:ext>
            </a:extLst>
          </p:cNvPr>
          <p:cNvSpPr txBox="1">
            <a:spLocks/>
          </p:cNvSpPr>
          <p:nvPr/>
        </p:nvSpPr>
        <p:spPr>
          <a:xfrm>
            <a:off x="457200" y="1295400"/>
            <a:ext cx="1917700" cy="411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dirty="0"/>
              <a:t>Example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659928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713F5-647B-9E63-7063-7A0497743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48768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Functional Programming (FP)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156B2-49D3-3D18-A16D-E5D419DE4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525963"/>
          </a:xfrm>
        </p:spPr>
        <p:txBody>
          <a:bodyPr>
            <a:normAutofit/>
          </a:bodyPr>
          <a:lstStyle/>
          <a:p>
            <a:r>
              <a:rPr lang="en-US" sz="2800" b="0" i="0" dirty="0">
                <a:effectLst/>
                <a:latin typeface="+mj-lt"/>
              </a:rPr>
              <a:t>Program is composed of series of short functions.</a:t>
            </a:r>
          </a:p>
          <a:p>
            <a:r>
              <a:rPr lang="en-US" sz="2800" b="0" i="0" dirty="0">
                <a:effectLst/>
                <a:latin typeface="+mj-lt"/>
              </a:rPr>
              <a:t>All code is within the functions</a:t>
            </a:r>
          </a:p>
          <a:p>
            <a:r>
              <a:rPr lang="en-US" sz="2800" b="0" i="0" dirty="0">
                <a:effectLst/>
                <a:latin typeface="+mj-lt"/>
              </a:rPr>
              <a:t>All variables ar</a:t>
            </a:r>
            <a:r>
              <a:rPr lang="en-US" sz="2800" dirty="0">
                <a:latin typeface="+mj-lt"/>
              </a:rPr>
              <a:t>e scoped to function</a:t>
            </a:r>
            <a:endParaRPr lang="en-US" sz="2800" b="0" i="0" dirty="0">
              <a:effectLst/>
              <a:latin typeface="+mj-l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1" dirty="0">
                <a:latin typeface="+mj-lt"/>
              </a:rPr>
              <a:t>Examples: </a:t>
            </a:r>
            <a:r>
              <a:rPr lang="fi-FI" sz="2400" b="0" i="0" dirty="0">
                <a:effectLst/>
                <a:latin typeface="+mj-lt"/>
              </a:rPr>
              <a:t>C++, Python, Java Script, Lisp, Haskell</a:t>
            </a:r>
            <a:endParaRPr lang="fi-FI" sz="2800" b="0" i="0" dirty="0">
              <a:effectLst/>
              <a:latin typeface="+mj-lt"/>
            </a:endParaRPr>
          </a:p>
          <a:p>
            <a:endParaRPr lang="en-US" sz="2800" dirty="0">
              <a:latin typeface="+mj-lt"/>
            </a:endParaRPr>
          </a:p>
        </p:txBody>
      </p:sp>
      <p:pic>
        <p:nvPicPr>
          <p:cNvPr id="1026" name="Picture 2" descr="Functional Programming">
            <a:extLst>
              <a:ext uri="{FF2B5EF4-FFF2-40B4-BE49-F238E27FC236}">
                <a16:creationId xmlns:a16="http://schemas.microsoft.com/office/drawing/2014/main" id="{E39D7C61-73D4-BF60-FAE0-4D7C196A75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99" t="10616" r="5001" b="13384"/>
          <a:stretch/>
        </p:blipFill>
        <p:spPr bwMode="auto">
          <a:xfrm>
            <a:off x="5486400" y="95514"/>
            <a:ext cx="3557182" cy="1518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41942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A2E88-B9EB-2FC4-1684-D0D5701F3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Programming (FP)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AEEC4-DD34-1C65-3509-D1E8F400E6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1F1F1F"/>
                </a:solidFill>
                <a:effectLst/>
                <a:latin typeface="var(--cds-font-family-source-sans-pro)"/>
              </a:rPr>
              <a:t>Here are some aspects of FP: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var(--cds-font-family-source-sans-pro)"/>
              </a:rPr>
              <a:t>First-class functions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var(--cds-font-family-source-sans-pro)"/>
              </a:rPr>
              <a:t>Higher-order function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var(--cds-font-family-source-sans-pro)"/>
              </a:rPr>
              <a:t>Pure functions and side-effects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1746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9F1E0-A466-1CBD-112D-E80E44AF9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1F1F1F"/>
                </a:solidFill>
                <a:effectLst/>
                <a:latin typeface="var(--cds-font-family-source-sans-pro)"/>
              </a:rPr>
              <a:t>First-class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4FF9F-9264-6FF6-B476-34C1BC91F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b="0" i="0" dirty="0">
                <a:solidFill>
                  <a:srgbClr val="1F1F1F"/>
                </a:solidFill>
                <a:effectLst/>
                <a:latin typeface="var(--cds-font-family-source-sans-pro)"/>
              </a:rPr>
              <a:t>It means that a function is just another value that we can: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1F1F1F"/>
                </a:solidFill>
                <a:effectLst/>
                <a:latin typeface="var(--cds-font-family-source-sans-pro)"/>
              </a:rPr>
              <a:t>Pass to other functions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1F1F1F"/>
                </a:solidFill>
                <a:effectLst/>
                <a:latin typeface="var(--cds-font-family-source-sans-pro)"/>
              </a:rPr>
              <a:t>Save in a variable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1F1F1F"/>
                </a:solidFill>
                <a:effectLst/>
                <a:latin typeface="var(--cds-font-family-source-sans-pro)"/>
              </a:rPr>
              <a:t>Return from other functions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E70A838-FD2A-2ADE-DA58-08F2E3322EDE}"/>
              </a:ext>
            </a:extLst>
          </p:cNvPr>
          <p:cNvGrpSpPr/>
          <p:nvPr/>
        </p:nvGrpSpPr>
        <p:grpSpPr>
          <a:xfrm>
            <a:off x="152400" y="2590800"/>
            <a:ext cx="8839200" cy="3231654"/>
            <a:chOff x="152400" y="2590800"/>
            <a:chExt cx="8839200" cy="323165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9AD487A-B6F0-1E75-B757-5B94C770097A}"/>
                </a:ext>
              </a:extLst>
            </p:cNvPr>
            <p:cNvSpPr txBox="1"/>
            <p:nvPr/>
          </p:nvSpPr>
          <p:spPr>
            <a:xfrm>
              <a:off x="4572000" y="2590800"/>
              <a:ext cx="4419600" cy="32316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function</a:t>
              </a:r>
              <a:r>
                <a:rPr lang="en-US" sz="12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200" b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addTwoNums</a:t>
              </a:r>
              <a:r>
                <a:rPr lang="en-US" sz="12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(a, b) {</a:t>
              </a:r>
            </a:p>
            <a:p>
              <a:r>
                <a:rPr lang="en-US" sz="12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   console.log(a + b)</a:t>
              </a:r>
            </a:p>
            <a:p>
              <a:r>
                <a:rPr lang="en-US" sz="12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}</a:t>
              </a:r>
            </a:p>
            <a:p>
              <a:br>
                <a:rPr lang="en-US" sz="12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sz="12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function</a:t>
              </a:r>
              <a:r>
                <a:rPr lang="en-US" sz="12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200" b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randomNum</a:t>
              </a:r>
              <a:r>
                <a:rPr lang="en-US" sz="12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() {</a:t>
              </a:r>
            </a:p>
            <a:p>
              <a:r>
                <a:rPr lang="en-US" sz="12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   </a:t>
              </a:r>
              <a:r>
                <a:rPr lang="en-US" sz="12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US" sz="12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200" b="0" dirty="0" err="1">
                  <a:solidFill>
                    <a:srgbClr val="008080"/>
                  </a:solidFill>
                  <a:effectLst/>
                  <a:latin typeface="Consolas" panose="020B0609020204030204" pitchFamily="49" charset="0"/>
                </a:rPr>
                <a:t>Math</a:t>
              </a:r>
              <a:r>
                <a:rPr lang="en-US" sz="1200" b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.floor</a:t>
              </a:r>
              <a:r>
                <a:rPr lang="en-US" sz="12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((</a:t>
              </a:r>
              <a:r>
                <a:rPr lang="en-US" sz="1200" b="0" dirty="0" err="1">
                  <a:solidFill>
                    <a:srgbClr val="008080"/>
                  </a:solidFill>
                  <a:effectLst/>
                  <a:latin typeface="Consolas" panose="020B0609020204030204" pitchFamily="49" charset="0"/>
                </a:rPr>
                <a:t>Math</a:t>
              </a:r>
              <a:r>
                <a:rPr lang="en-US" sz="1200" b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.random</a:t>
              </a:r>
              <a:r>
                <a:rPr lang="en-US" sz="12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() * </a:t>
              </a:r>
              <a:r>
                <a:rPr lang="en-US" sz="12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10</a:t>
              </a:r>
              <a:r>
                <a:rPr lang="en-US" sz="12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) + </a:t>
              </a:r>
              <a:r>
                <a:rPr lang="en-US" sz="12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sz="12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);</a:t>
              </a:r>
            </a:p>
            <a:p>
              <a:r>
                <a:rPr lang="en-US" sz="12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}</a:t>
              </a:r>
            </a:p>
            <a:p>
              <a:r>
                <a:rPr lang="en-US" sz="12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function</a:t>
              </a:r>
              <a:r>
                <a:rPr lang="en-US" sz="12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200" b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specificNum</a:t>
              </a:r>
              <a:r>
                <a:rPr lang="en-US" sz="12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() { </a:t>
              </a:r>
              <a:r>
                <a:rPr lang="en-US" sz="12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US" sz="12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2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42</a:t>
              </a:r>
              <a:r>
                <a:rPr lang="en-US" sz="12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};</a:t>
              </a:r>
            </a:p>
            <a:p>
              <a:r>
                <a:rPr lang="en-US" sz="12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var</a:t>
              </a:r>
              <a:r>
                <a:rPr lang="en-US" sz="12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200" b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useRandom</a:t>
              </a:r>
              <a:r>
                <a:rPr lang="en-US" sz="12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= </a:t>
              </a:r>
              <a:r>
                <a:rPr lang="en-US" sz="12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true</a:t>
              </a:r>
              <a:r>
                <a:rPr lang="en-US" sz="12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2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var</a:t>
              </a:r>
              <a:r>
                <a:rPr lang="en-US" sz="12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200" b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getNumber</a:t>
              </a:r>
              <a:r>
                <a:rPr lang="en-US" sz="12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2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if</a:t>
              </a:r>
              <a:r>
                <a:rPr lang="en-US" sz="12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sz="1200" b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useRandom</a:t>
              </a:r>
              <a:r>
                <a:rPr lang="en-US" sz="12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) {</a:t>
              </a:r>
            </a:p>
            <a:p>
              <a:r>
                <a:rPr lang="en-US" sz="12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   </a:t>
              </a:r>
              <a:r>
                <a:rPr lang="en-US" sz="1200" b="0" dirty="0" err="1">
                  <a:solidFill>
                    <a:srgbClr val="000000"/>
                  </a:solidFill>
                  <a:effectLst/>
                  <a:highlight>
                    <a:srgbClr val="FFFF00"/>
                  </a:highlight>
                  <a:latin typeface="Consolas" panose="020B0609020204030204" pitchFamily="49" charset="0"/>
                </a:rPr>
                <a:t>getNumber</a:t>
              </a:r>
              <a:r>
                <a:rPr lang="en-US" sz="1200" b="0" dirty="0">
                  <a:solidFill>
                    <a:srgbClr val="000000"/>
                  </a:solidFill>
                  <a:effectLst/>
                  <a:highlight>
                    <a:srgbClr val="FFFF00"/>
                  </a:highlight>
                  <a:latin typeface="Consolas" panose="020B0609020204030204" pitchFamily="49" charset="0"/>
                </a:rPr>
                <a:t> = </a:t>
              </a:r>
              <a:r>
                <a:rPr lang="en-US" sz="1200" b="0" dirty="0" err="1">
                  <a:solidFill>
                    <a:srgbClr val="000000"/>
                  </a:solidFill>
                  <a:effectLst/>
                  <a:highlight>
                    <a:srgbClr val="FFFF00"/>
                  </a:highlight>
                  <a:latin typeface="Consolas" panose="020B0609020204030204" pitchFamily="49" charset="0"/>
                </a:rPr>
                <a:t>randomNum</a:t>
              </a:r>
              <a:endParaRPr lang="en-US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endParaRPr>
            </a:p>
            <a:p>
              <a:r>
                <a:rPr lang="en-US" sz="12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} </a:t>
              </a:r>
              <a:r>
                <a:rPr lang="en-US" sz="12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else</a:t>
              </a:r>
              <a:r>
                <a:rPr lang="en-US" sz="12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{</a:t>
              </a:r>
            </a:p>
            <a:p>
              <a:r>
                <a:rPr lang="en-US" sz="12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   </a:t>
              </a:r>
              <a:r>
                <a:rPr lang="en-US" sz="1200" b="0" dirty="0" err="1">
                  <a:solidFill>
                    <a:srgbClr val="000000"/>
                  </a:solidFill>
                  <a:effectLst/>
                  <a:highlight>
                    <a:srgbClr val="FFFF00"/>
                  </a:highlight>
                  <a:latin typeface="Consolas" panose="020B0609020204030204" pitchFamily="49" charset="0"/>
                </a:rPr>
                <a:t>getNumber</a:t>
              </a:r>
              <a:r>
                <a:rPr lang="en-US" sz="1200" b="0" dirty="0">
                  <a:solidFill>
                    <a:srgbClr val="000000"/>
                  </a:solidFill>
                  <a:effectLst/>
                  <a:highlight>
                    <a:srgbClr val="FFFF00"/>
                  </a:highlight>
                  <a:latin typeface="Consolas" panose="020B0609020204030204" pitchFamily="49" charset="0"/>
                </a:rPr>
                <a:t> = </a:t>
              </a:r>
              <a:r>
                <a:rPr lang="en-US" sz="1200" b="0" dirty="0" err="1">
                  <a:solidFill>
                    <a:srgbClr val="000000"/>
                  </a:solidFill>
                  <a:effectLst/>
                  <a:highlight>
                    <a:srgbClr val="FFFF00"/>
                  </a:highlight>
                  <a:latin typeface="Consolas" panose="020B0609020204030204" pitchFamily="49" charset="0"/>
                </a:rPr>
                <a:t>specificNum</a:t>
              </a:r>
              <a:endParaRPr lang="en-US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endParaRPr>
            </a:p>
            <a:p>
              <a:r>
                <a:rPr lang="en-US" sz="12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}</a:t>
              </a:r>
            </a:p>
            <a:p>
              <a:br>
                <a:rPr lang="en-US" sz="12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sz="1200" b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addTwoNums</a:t>
              </a:r>
              <a:r>
                <a:rPr lang="en-US" sz="12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sz="1200" b="0" dirty="0" err="1">
                  <a:solidFill>
                    <a:srgbClr val="000000"/>
                  </a:solidFill>
                  <a:effectLst/>
                  <a:highlight>
                    <a:srgbClr val="FFFF00"/>
                  </a:highlight>
                  <a:latin typeface="Consolas" panose="020B0609020204030204" pitchFamily="49" charset="0"/>
                </a:rPr>
                <a:t>getNumber</a:t>
              </a:r>
              <a:r>
                <a:rPr lang="en-US" sz="1200" b="0" dirty="0">
                  <a:solidFill>
                    <a:srgbClr val="000000"/>
                  </a:solidFill>
                  <a:effectLst/>
                  <a:highlight>
                    <a:srgbClr val="FFFF00"/>
                  </a:highlight>
                  <a:latin typeface="Consolas" panose="020B0609020204030204" pitchFamily="49" charset="0"/>
                </a:rPr>
                <a:t>(), </a:t>
              </a:r>
              <a:r>
                <a:rPr lang="en-US" sz="1200" b="0" dirty="0" err="1">
                  <a:solidFill>
                    <a:srgbClr val="000000"/>
                  </a:solidFill>
                  <a:effectLst/>
                  <a:highlight>
                    <a:srgbClr val="FFFF00"/>
                  </a:highlight>
                  <a:latin typeface="Consolas" panose="020B0609020204030204" pitchFamily="49" charset="0"/>
                </a:rPr>
                <a:t>getNumber</a:t>
              </a:r>
              <a:r>
                <a:rPr lang="en-US" sz="1200" b="0" dirty="0">
                  <a:solidFill>
                    <a:srgbClr val="000000"/>
                  </a:solidFill>
                  <a:effectLst/>
                  <a:highlight>
                    <a:srgbClr val="FFFF00"/>
                  </a:highlight>
                  <a:latin typeface="Consolas" panose="020B0609020204030204" pitchFamily="49" charset="0"/>
                </a:rPr>
                <a:t>())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362CCF8-E07D-7B31-F4F2-CAA0CF1A50A6}"/>
                </a:ext>
              </a:extLst>
            </p:cNvPr>
            <p:cNvSpPr txBox="1"/>
            <p:nvPr/>
          </p:nvSpPr>
          <p:spPr>
            <a:xfrm>
              <a:off x="152400" y="3392867"/>
              <a:ext cx="41148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b="1" i="0" dirty="0">
                  <a:solidFill>
                    <a:srgbClr val="1F1F1F"/>
                  </a:solidFill>
                  <a:effectLst/>
                  <a:latin typeface="Source Sans Pro" panose="020F0502020204030204" pitchFamily="34" charset="0"/>
                </a:rPr>
                <a:t>Functions can be assigned to variable names and passed around just like you would pass around a string, a number, an object, etc.</a:t>
              </a:r>
              <a:endParaRPr lang="en-US" sz="3200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21E8B09-4921-E97B-1E16-8297F1506837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>
              <a:off x="4267200" y="3993032"/>
              <a:ext cx="685800" cy="107171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FD52D5D-F884-4808-2E2C-5A189B8E64C4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>
              <a:off x="4267200" y="3993032"/>
              <a:ext cx="685800" cy="73136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AD705F5-2BFF-07AF-A7CE-7EBF36CBDEBC}"/>
                </a:ext>
              </a:extLst>
            </p:cNvPr>
            <p:cNvCxnSpPr>
              <a:cxnSpLocks/>
              <a:stCxn id="7" idx="2"/>
            </p:cNvCxnSpPr>
            <p:nvPr/>
          </p:nvCxnSpPr>
          <p:spPr>
            <a:xfrm>
              <a:off x="2209800" y="4593196"/>
              <a:ext cx="3771280" cy="93869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38212BAB-4689-1932-7C6B-1E3A6C3EBF92}"/>
                </a:ext>
              </a:extLst>
            </p:cNvPr>
            <p:cNvCxnSpPr>
              <a:cxnSpLocks/>
              <a:stCxn id="7" idx="2"/>
            </p:cNvCxnSpPr>
            <p:nvPr/>
          </p:nvCxnSpPr>
          <p:spPr>
            <a:xfrm>
              <a:off x="2209800" y="4593196"/>
              <a:ext cx="4876800" cy="93869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78D675E-6E1E-82BF-FED6-9008D6D9F74C}"/>
              </a:ext>
            </a:extLst>
          </p:cNvPr>
          <p:cNvSpPr txBox="1"/>
          <p:nvPr/>
        </p:nvSpPr>
        <p:spPr>
          <a:xfrm>
            <a:off x="325821" y="4908535"/>
            <a:ext cx="394137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function</a:t>
            </a:r>
            <a:r>
              <a:rPr lang="en-US" dirty="0"/>
              <a:t> </a:t>
            </a:r>
            <a:r>
              <a:rPr lang="en-US" dirty="0" err="1">
                <a:solidFill>
                  <a:schemeClr val="accent2"/>
                </a:solidFill>
              </a:rPr>
              <a:t>sayHello</a:t>
            </a:r>
            <a:r>
              <a:rPr lang="en-US" dirty="0"/>
              <a:t>() {</a:t>
            </a:r>
          </a:p>
          <a:p>
            <a:r>
              <a:rPr lang="en-US" dirty="0"/>
              <a:t>  </a:t>
            </a:r>
            <a:r>
              <a:rPr lang="en-US" dirty="0">
                <a:solidFill>
                  <a:srgbClr val="0070C0"/>
                </a:solidFill>
              </a:rPr>
              <a:t>return</a:t>
            </a:r>
            <a:r>
              <a:rPr lang="en-US" dirty="0"/>
              <a:t> () =&gt; {</a:t>
            </a:r>
          </a:p>
          <a:p>
            <a:r>
              <a:rPr lang="en-US" dirty="0"/>
              <a:t>    console.</a:t>
            </a:r>
            <a:r>
              <a:rPr lang="en-US" dirty="0">
                <a:solidFill>
                  <a:schemeClr val="accent2"/>
                </a:solidFill>
              </a:rPr>
              <a:t>log</a:t>
            </a:r>
            <a:r>
              <a:rPr lang="en-US" dirty="0"/>
              <a:t>(</a:t>
            </a:r>
            <a:r>
              <a:rPr lang="en-US" dirty="0">
                <a:solidFill>
                  <a:srgbClr val="00B050"/>
                </a:solidFill>
              </a:rPr>
              <a:t>"Hello!"</a:t>
            </a:r>
            <a:r>
              <a:rPr lang="en-US" dirty="0"/>
              <a:t>);</a:t>
            </a:r>
          </a:p>
          <a:p>
            <a:r>
              <a:rPr lang="en-US" dirty="0"/>
              <a:t>  };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812930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D063C-0169-C707-C9D0-586EABCA7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F1F1F"/>
                </a:solidFill>
                <a:latin typeface="var(--cds-font-family-source-sans-pro)"/>
              </a:rPr>
              <a:t>Higher-order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CB1FE-E610-0409-9423-8F7B6ABB0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0" i="0" dirty="0">
                <a:solidFill>
                  <a:srgbClr val="1F1F1F"/>
                </a:solidFill>
                <a:effectLst/>
                <a:latin typeface="Source Sans Pro" panose="020B0503030403020204" pitchFamily="34" charset="0"/>
              </a:rPr>
              <a:t>A higher-order function is a function that has either one or both of the following characteristics: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F1F1F"/>
                </a:solidFill>
                <a:effectLst/>
                <a:latin typeface="var(--cds-font-family-source-sans-pro)"/>
              </a:rPr>
              <a:t>It accepts other functions as arguments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F1F1F"/>
                </a:solidFill>
                <a:effectLst/>
                <a:latin typeface="var(--cds-font-family-source-sans-pro)"/>
              </a:rPr>
              <a:t>It returns functions when invoked</a:t>
            </a:r>
          </a:p>
          <a:p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4100DA-7FAE-BD14-F0C7-9E6E7080588A}"/>
              </a:ext>
            </a:extLst>
          </p:cNvPr>
          <p:cNvSpPr txBox="1"/>
          <p:nvPr/>
        </p:nvSpPr>
        <p:spPr>
          <a:xfrm>
            <a:off x="762000" y="3863181"/>
            <a:ext cx="762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addTwoNums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(getNumber1, getNumber2) 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console.log(getNumber1() + getNumber2());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3AE1D0-4BB1-F112-BF70-D203CA1F1677}"/>
              </a:ext>
            </a:extLst>
          </p:cNvPr>
          <p:cNvSpPr txBox="1"/>
          <p:nvPr/>
        </p:nvSpPr>
        <p:spPr>
          <a:xfrm>
            <a:off x="434622" y="5202833"/>
            <a:ext cx="86105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addTwoNums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specificNum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specificNum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returned number is 84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addTwoNums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specificNum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randomNum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returned number is 42 + some random number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82327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DCB7B-D304-07CE-D2C9-39B4BC9FF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1F1F1F"/>
                </a:solidFill>
                <a:latin typeface="var(--cds-font-family-source-sans-pro)"/>
              </a:rPr>
              <a:t>Pure functions and side-effects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E11FF-F693-DA4A-CA17-5C56EADD9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0" i="0" dirty="0">
                <a:solidFill>
                  <a:srgbClr val="1F1F1F"/>
                </a:solidFill>
                <a:effectLst/>
                <a:latin typeface="+mj-lt"/>
              </a:rPr>
              <a:t>A pure function returns the exact same result as long as it's given the same values.</a:t>
            </a:r>
          </a:p>
          <a:p>
            <a:endParaRPr lang="en-US" sz="2800" dirty="0">
              <a:solidFill>
                <a:srgbClr val="1F1F1F"/>
              </a:solidFill>
              <a:latin typeface="+mj-lt"/>
            </a:endParaRPr>
          </a:p>
          <a:p>
            <a:endParaRPr lang="en-US" sz="2800" b="0" i="0" dirty="0">
              <a:solidFill>
                <a:srgbClr val="1F1F1F"/>
              </a:solidFill>
              <a:effectLst/>
              <a:latin typeface="+mj-lt"/>
            </a:endParaRPr>
          </a:p>
          <a:p>
            <a:r>
              <a:rPr lang="en-US" sz="2800" b="0" i="0" dirty="0">
                <a:solidFill>
                  <a:srgbClr val="1F1F1F"/>
                </a:solidFill>
                <a:effectLst/>
                <a:latin typeface="+mj-lt"/>
              </a:rPr>
              <a:t>It should not have side-effects.</a:t>
            </a:r>
          </a:p>
          <a:p>
            <a:pPr lvl="1"/>
            <a:r>
              <a:rPr lang="en-US" sz="2400" b="0" i="0" dirty="0">
                <a:solidFill>
                  <a:srgbClr val="1F1F1F"/>
                </a:solidFill>
                <a:effectLst/>
                <a:latin typeface="+mj-lt"/>
              </a:rPr>
              <a:t>A side-effect is any instance where a function makes a change outside of itself.</a:t>
            </a:r>
          </a:p>
          <a:p>
            <a:pPr lvl="1"/>
            <a:r>
              <a:rPr lang="en-US" sz="2400" dirty="0">
                <a:solidFill>
                  <a:srgbClr val="1F1F1F"/>
                </a:solidFill>
                <a:latin typeface="+mj-lt"/>
              </a:rPr>
              <a:t>E.g. 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+mj-lt"/>
              </a:rPr>
              <a:t>changing variable values outside of the function itself</a:t>
            </a:r>
            <a:endParaRPr lang="en-US" dirty="0">
              <a:solidFill>
                <a:srgbClr val="1F1F1F"/>
              </a:solidFill>
              <a:latin typeface="+mj-lt"/>
            </a:endParaRPr>
          </a:p>
          <a:p>
            <a:endParaRPr lang="en-US" sz="2800" b="0" i="0" dirty="0">
              <a:solidFill>
                <a:srgbClr val="1F1F1F"/>
              </a:solidFill>
              <a:effectLst/>
              <a:latin typeface="+mj-lt"/>
            </a:endParaRPr>
          </a:p>
          <a:p>
            <a:endParaRPr lang="en-US" sz="28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24D8CF-47B8-B5FA-31AA-0C6B9C7C6228}"/>
              </a:ext>
            </a:extLst>
          </p:cNvPr>
          <p:cNvSpPr txBox="1"/>
          <p:nvPr/>
        </p:nvSpPr>
        <p:spPr>
          <a:xfrm>
            <a:off x="457200" y="2676522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addTwoNums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(a, b) 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return a + b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550C27-560F-EDC1-515E-E406BA7B0694}"/>
              </a:ext>
            </a:extLst>
          </p:cNvPr>
          <p:cNvSpPr txBox="1"/>
          <p:nvPr/>
        </p:nvSpPr>
        <p:spPr>
          <a:xfrm>
            <a:off x="5410200" y="2687811"/>
            <a:ext cx="304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addTwoNums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11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D825DC-FD69-947D-BB0E-A44A47DB2910}"/>
              </a:ext>
            </a:extLst>
          </p:cNvPr>
          <p:cNvSpPr txBox="1"/>
          <p:nvPr/>
        </p:nvSpPr>
        <p:spPr>
          <a:xfrm>
            <a:off x="1066800" y="5385395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//Impure Function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addTwoNums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(a, b) 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const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Math.random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return a + b +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773044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FP-Example</a:t>
            </a:r>
            <a:endParaRPr lang="en-US" alt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ECB28-6374-580A-EFAA-202E3A9C4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267200" cy="4525963"/>
          </a:xfrm>
        </p:spPr>
        <p:txBody>
          <a:bodyPr>
            <a:normAutofit/>
          </a:bodyPr>
          <a:lstStyle/>
          <a:p>
            <a:r>
              <a:rPr lang="en-US" sz="2400" b="1" dirty="0"/>
              <a:t>Example</a:t>
            </a:r>
          </a:p>
          <a:p>
            <a:pPr lvl="1"/>
            <a:r>
              <a:rPr kumimoji="0" lang="en-US" altLang="en-US" sz="2000" dirty="0"/>
              <a:t>Summing the integers 1 to 10 in Java:</a:t>
            </a:r>
            <a:endParaRPr kumimoji="0" lang="en-US" altLang="en-US" sz="3600" dirty="0"/>
          </a:p>
          <a:p>
            <a:pPr lvl="1"/>
            <a:r>
              <a:rPr kumimoji="0" lang="en-US" altLang="en-US" sz="2000" dirty="0"/>
              <a:t>The computation method is </a:t>
            </a:r>
            <a:r>
              <a:rPr kumimoji="0" lang="en-US" altLang="en-US" sz="2000" u="sng" dirty="0"/>
              <a:t>variable assignment</a:t>
            </a:r>
            <a:r>
              <a:rPr kumimoji="0" lang="en-US" altLang="en-US" sz="2000" dirty="0"/>
              <a:t> </a:t>
            </a:r>
          </a:p>
          <a:p>
            <a:pPr lvl="1"/>
            <a:endParaRPr lang="en-US" sz="2000" dirty="0"/>
          </a:p>
        </p:txBody>
      </p:sp>
      <p:sp>
        <p:nvSpPr>
          <p:cNvPr id="16388" name="Text Box 5"/>
          <p:cNvSpPr txBox="1">
            <a:spLocks noChangeArrowheads="1"/>
          </p:cNvSpPr>
          <p:nvPr/>
        </p:nvSpPr>
        <p:spPr bwMode="auto">
          <a:xfrm>
            <a:off x="609601" y="3641598"/>
            <a:ext cx="4114800" cy="1208921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ahoma" pitchFamily="34" charset="0"/>
                <a:ea typeface="ＭＳ Ｐゴシック" pitchFamily="34" charset="-128"/>
              </a:defRPr>
            </a:lvl1pPr>
            <a:lvl2pPr>
              <a:defRPr kumimoji="1" sz="2400">
                <a:solidFill>
                  <a:schemeClr val="tx1"/>
                </a:solidFill>
                <a:latin typeface="Tahoma" pitchFamily="34" charset="0"/>
                <a:ea typeface="ＭＳ Ｐゴシック" pitchFamily="34" charset="-128"/>
              </a:defRPr>
            </a:lvl2pPr>
            <a:lvl3pPr>
              <a:defRPr kumimoji="1" sz="2000">
                <a:solidFill>
                  <a:schemeClr val="tx1"/>
                </a:solidFill>
                <a:latin typeface="Tahoma" pitchFamily="34" charset="0"/>
                <a:ea typeface="ＭＳ Ｐゴシック" pitchFamily="34" charset="-128"/>
              </a:defRPr>
            </a:lvl3pPr>
            <a:lvl4pPr>
              <a:defRPr kumimoji="1">
                <a:solidFill>
                  <a:schemeClr val="tx1"/>
                </a:solidFill>
                <a:latin typeface="Tahoma" pitchFamily="34" charset="0"/>
                <a:ea typeface="ＭＳ Ｐゴシック" pitchFamily="34" charset="-128"/>
              </a:defRPr>
            </a:lvl4pPr>
            <a:lvl5pPr>
              <a:defRPr kumimoji="1">
                <a:solidFill>
                  <a:schemeClr val="tx1"/>
                </a:solidFill>
                <a:latin typeface="Tahoma" pitchFamily="34" charset="0"/>
                <a:ea typeface="ＭＳ Ｐゴシック" pitchFamily="34" charset="-128"/>
              </a:defRPr>
            </a:lvl5pPr>
            <a:lvl6pPr>
              <a:defRPr kumimoji="1">
                <a:solidFill>
                  <a:schemeClr val="tx1"/>
                </a:solidFill>
                <a:latin typeface="Tahoma" pitchFamily="34" charset="0"/>
                <a:ea typeface="ＭＳ Ｐゴシック" pitchFamily="34" charset="-128"/>
              </a:defRPr>
            </a:lvl6pPr>
            <a:lvl7pPr>
              <a:defRPr kumimoji="1">
                <a:solidFill>
                  <a:schemeClr val="tx1"/>
                </a:solidFill>
                <a:latin typeface="Tahoma" pitchFamily="34" charset="0"/>
                <a:ea typeface="ＭＳ Ｐゴシック" pitchFamily="34" charset="-128"/>
              </a:defRPr>
            </a:lvl7pPr>
            <a:lvl8pPr>
              <a:defRPr kumimoji="1">
                <a:solidFill>
                  <a:schemeClr val="tx1"/>
                </a:solidFill>
                <a:latin typeface="Tahoma" pitchFamily="34" charset="0"/>
                <a:ea typeface="ＭＳ Ｐゴシック" pitchFamily="34" charset="-128"/>
              </a:defRPr>
            </a:lvl8pPr>
            <a:lvl9pPr>
              <a:defRPr kumimoji="1">
                <a:solidFill>
                  <a:schemeClr val="tx1"/>
                </a:solidFill>
                <a:latin typeface="Tahoma" pitchFamily="34" charset="0"/>
                <a:ea typeface="ＭＳ Ｐゴシック" pitchFamily="34" charset="-128"/>
              </a:defRPr>
            </a:lvl9pPr>
          </a:lstStyle>
          <a:p>
            <a:pPr>
              <a:lnSpc>
                <a:spcPct val="140000"/>
              </a:lnSpc>
            </a:pPr>
            <a:r>
              <a:rPr kumimoji="0" lang="en-US" altLang="en-US" sz="1800" dirty="0">
                <a:latin typeface="Lucida Sans Typewriter" pitchFamily="49" charset="0"/>
              </a:rPr>
              <a:t>int total = 0;</a:t>
            </a:r>
          </a:p>
          <a:p>
            <a:pPr>
              <a:lnSpc>
                <a:spcPct val="140000"/>
              </a:lnSpc>
            </a:pPr>
            <a:r>
              <a:rPr kumimoji="0" lang="en-US" altLang="en-US" sz="1800" dirty="0">
                <a:latin typeface="Lucida Sans Typewriter" pitchFamily="49" charset="0"/>
              </a:rPr>
              <a:t>for (int </a:t>
            </a:r>
            <a:r>
              <a:rPr kumimoji="0" lang="en-US" altLang="en-US" sz="1800" dirty="0" err="1">
                <a:latin typeface="Lucida Sans Typewriter" pitchFamily="49" charset="0"/>
              </a:rPr>
              <a:t>i</a:t>
            </a:r>
            <a:r>
              <a:rPr kumimoji="0" lang="en-US" altLang="en-US" sz="1800" dirty="0">
                <a:latin typeface="Lucida Sans Typewriter" pitchFamily="49" charset="0"/>
              </a:rPr>
              <a:t> = 1; </a:t>
            </a:r>
            <a:r>
              <a:rPr kumimoji="0" lang="en-US" altLang="en-US" sz="1800" dirty="0" err="1">
                <a:latin typeface="Lucida Sans Typewriter" pitchFamily="49" charset="0"/>
              </a:rPr>
              <a:t>i</a:t>
            </a:r>
            <a:r>
              <a:rPr kumimoji="0" lang="en-US" altLang="en-US" sz="1800" dirty="0">
                <a:latin typeface="Lucida Sans Typewriter" pitchFamily="49" charset="0"/>
              </a:rPr>
              <a:t> </a:t>
            </a:r>
            <a:r>
              <a:rPr kumimoji="0" lang="en-US" altLang="en-US" sz="1800" dirty="0">
                <a:latin typeface="Lucida Sans Typewriter" pitchFamily="49" charset="0"/>
                <a:sym typeface="Symbol" pitchFamily="18" charset="2"/>
              </a:rPr>
              <a:t></a:t>
            </a:r>
            <a:r>
              <a:rPr kumimoji="0" lang="en-US" altLang="en-US" sz="1800" dirty="0">
                <a:latin typeface="Lucida Sans Typewriter" pitchFamily="49" charset="0"/>
              </a:rPr>
              <a:t> 10; </a:t>
            </a:r>
            <a:r>
              <a:rPr kumimoji="0" lang="en-US" altLang="en-US" sz="1800" dirty="0" err="1">
                <a:latin typeface="Lucida Sans Typewriter" pitchFamily="49" charset="0"/>
              </a:rPr>
              <a:t>i</a:t>
            </a:r>
            <a:r>
              <a:rPr kumimoji="0" lang="en-US" altLang="en-US" sz="1800" dirty="0">
                <a:latin typeface="Lucida Sans Typewriter" pitchFamily="49" charset="0"/>
              </a:rPr>
              <a:t>++)</a:t>
            </a:r>
          </a:p>
          <a:p>
            <a:pPr>
              <a:lnSpc>
                <a:spcPct val="140000"/>
              </a:lnSpc>
            </a:pPr>
            <a:r>
              <a:rPr kumimoji="0" lang="en-US" altLang="en-US" sz="1800" dirty="0">
                <a:latin typeface="Lucida Sans Typewriter" pitchFamily="49" charset="0"/>
              </a:rPr>
              <a:t>   total = total + </a:t>
            </a:r>
            <a:r>
              <a:rPr kumimoji="0" lang="en-US" altLang="en-US" sz="1800" dirty="0" err="1">
                <a:latin typeface="Lucida Sans Typewriter" pitchFamily="49" charset="0"/>
              </a:rPr>
              <a:t>i</a:t>
            </a:r>
            <a:r>
              <a:rPr kumimoji="0" lang="en-US" altLang="en-US" sz="1800" dirty="0">
                <a:latin typeface="Lucida Sans Typewriter" pitchFamily="49" charset="0"/>
              </a:rPr>
              <a:t>;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2A978372-FAAF-F7C1-D027-2586E7A5B19C}"/>
              </a:ext>
            </a:extLst>
          </p:cNvPr>
          <p:cNvSpPr txBox="1">
            <a:spLocks/>
          </p:cNvSpPr>
          <p:nvPr/>
        </p:nvSpPr>
        <p:spPr>
          <a:xfrm>
            <a:off x="4876800" y="1600200"/>
            <a:ext cx="3809999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Example</a:t>
            </a:r>
          </a:p>
          <a:p>
            <a:pPr lvl="1"/>
            <a:r>
              <a:rPr lang="en-US" altLang="en-US" sz="2000" dirty="0"/>
              <a:t>Summing the integers 1 to 10 in Haskell (Functional Language) :</a:t>
            </a:r>
          </a:p>
          <a:p>
            <a:pPr lvl="1"/>
            <a:endParaRPr lang="en-US" altLang="en-US" sz="2000" dirty="0"/>
          </a:p>
          <a:p>
            <a:pPr lvl="1"/>
            <a:endParaRPr lang="en-US" altLang="en-US" sz="2000" dirty="0"/>
          </a:p>
          <a:p>
            <a:pPr lvl="1"/>
            <a:endParaRPr lang="en-US" altLang="en-US" sz="2000" dirty="0"/>
          </a:p>
          <a:p>
            <a:pPr lvl="1"/>
            <a:r>
              <a:rPr lang="en-US" altLang="en-US" sz="2000" dirty="0"/>
              <a:t>The computation method is function application</a:t>
            </a: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5DDE7DB9-A221-9331-97CF-F496DBD512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3412998"/>
            <a:ext cx="1877437" cy="40011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ahoma" pitchFamily="34" charset="0"/>
                <a:ea typeface="ＭＳ Ｐゴシック" pitchFamily="34" charset="-128"/>
              </a:defRPr>
            </a:lvl1pPr>
            <a:lvl2pPr>
              <a:defRPr kumimoji="1" sz="2400">
                <a:solidFill>
                  <a:schemeClr val="tx1"/>
                </a:solidFill>
                <a:latin typeface="Tahoma" pitchFamily="34" charset="0"/>
                <a:ea typeface="ＭＳ Ｐゴシック" pitchFamily="34" charset="-128"/>
              </a:defRPr>
            </a:lvl2pPr>
            <a:lvl3pPr>
              <a:defRPr kumimoji="1" sz="2000">
                <a:solidFill>
                  <a:schemeClr val="tx1"/>
                </a:solidFill>
                <a:latin typeface="Tahoma" pitchFamily="34" charset="0"/>
                <a:ea typeface="ＭＳ Ｐゴシック" pitchFamily="34" charset="-128"/>
              </a:defRPr>
            </a:lvl3pPr>
            <a:lvl4pPr>
              <a:defRPr kumimoji="1">
                <a:solidFill>
                  <a:schemeClr val="tx1"/>
                </a:solidFill>
                <a:latin typeface="Tahoma" pitchFamily="34" charset="0"/>
                <a:ea typeface="ＭＳ Ｐゴシック" pitchFamily="34" charset="-128"/>
              </a:defRPr>
            </a:lvl4pPr>
            <a:lvl5pPr>
              <a:defRPr kumimoji="1">
                <a:solidFill>
                  <a:schemeClr val="tx1"/>
                </a:solidFill>
                <a:latin typeface="Tahoma" pitchFamily="34" charset="0"/>
                <a:ea typeface="ＭＳ Ｐゴシック" pitchFamily="34" charset="-128"/>
              </a:defRPr>
            </a:lvl5pPr>
            <a:lvl6pPr>
              <a:defRPr kumimoji="1">
                <a:solidFill>
                  <a:schemeClr val="tx1"/>
                </a:solidFill>
                <a:latin typeface="Tahoma" pitchFamily="34" charset="0"/>
                <a:ea typeface="ＭＳ Ｐゴシック" pitchFamily="34" charset="-128"/>
              </a:defRPr>
            </a:lvl6pPr>
            <a:lvl7pPr>
              <a:defRPr kumimoji="1">
                <a:solidFill>
                  <a:schemeClr val="tx1"/>
                </a:solidFill>
                <a:latin typeface="Tahoma" pitchFamily="34" charset="0"/>
                <a:ea typeface="ＭＳ Ｐゴシック" pitchFamily="34" charset="-128"/>
              </a:defRPr>
            </a:lvl7pPr>
            <a:lvl8pPr>
              <a:defRPr kumimoji="1">
                <a:solidFill>
                  <a:schemeClr val="tx1"/>
                </a:solidFill>
                <a:latin typeface="Tahoma" pitchFamily="34" charset="0"/>
                <a:ea typeface="ＭＳ Ｐゴシック" pitchFamily="34" charset="-128"/>
              </a:defRPr>
            </a:lvl8pPr>
            <a:lvl9pPr>
              <a:defRPr kumimoji="1">
                <a:solidFill>
                  <a:schemeClr val="tx1"/>
                </a:solidFill>
                <a:latin typeface="Tahoma" pitchFamily="34" charset="0"/>
                <a:ea typeface="ＭＳ Ｐゴシック" pitchFamily="34" charset="-128"/>
              </a:defRPr>
            </a:lvl9pPr>
          </a:lstStyle>
          <a:p>
            <a:r>
              <a:rPr kumimoji="0" lang="en-US" altLang="en-US" sz="2000" dirty="0">
                <a:latin typeface="Lucida Sans Typewriter" pitchFamily="49" charset="0"/>
              </a:rPr>
              <a:t>sum [1..10]</a:t>
            </a:r>
          </a:p>
        </p:txBody>
      </p:sp>
    </p:spTree>
    <p:extLst>
      <p:ext uri="{BB962C8B-B14F-4D97-AF65-F5344CB8AC3E}">
        <p14:creationId xmlns:p14="http://schemas.microsoft.com/office/powerpoint/2010/main" val="1203884443"/>
      </p:ext>
    </p:extLst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515A5C9D-981C-A7E0-62B7-8D13C0070F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/>
              <a:t>FP-Example</a:t>
            </a:r>
            <a:endParaRPr lang="en-US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B98405-D571-9639-A45C-9F266552C6B8}"/>
              </a:ext>
            </a:extLst>
          </p:cNvPr>
          <p:cNvSpPr txBox="1"/>
          <p:nvPr/>
        </p:nvSpPr>
        <p:spPr>
          <a:xfrm>
            <a:off x="228600" y="818706"/>
            <a:ext cx="86106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import </a:t>
            </a:r>
            <a:r>
              <a:rPr lang="en-US" dirty="0" err="1"/>
              <a:t>java.util.Arrays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java.util.List</a:t>
            </a:r>
            <a:r>
              <a:rPr lang="en-US" dirty="0"/>
              <a:t>;</a:t>
            </a:r>
          </a:p>
          <a:p>
            <a:r>
              <a:rPr lang="en-US" dirty="0"/>
              <a:t>public class Functional{</a:t>
            </a:r>
          </a:p>
          <a:p>
            <a:r>
              <a:rPr lang="en-US" dirty="0"/>
              <a:t>	public static void main(String[] </a:t>
            </a:r>
            <a:r>
              <a:rPr lang="en-US" dirty="0" err="1"/>
              <a:t>args</a:t>
            </a:r>
            <a:r>
              <a:rPr lang="en-US" dirty="0"/>
              <a:t>){</a:t>
            </a:r>
          </a:p>
          <a:p>
            <a:r>
              <a:rPr lang="en-US" dirty="0"/>
              <a:t>	      List&lt;Integer&gt; numbers = </a:t>
            </a:r>
            <a:r>
              <a:rPr lang="en-US" dirty="0" err="1"/>
              <a:t>Arrays.asList</a:t>
            </a:r>
            <a:r>
              <a:rPr lang="en-US" dirty="0"/>
              <a:t>(11, 22, 33, 44, 55, 66, 77, 88, 99, 100);</a:t>
            </a:r>
          </a:p>
          <a:p>
            <a:r>
              <a:rPr lang="en-US" dirty="0"/>
              <a:t>		final int factor = 2;</a:t>
            </a:r>
          </a:p>
          <a:p>
            <a:r>
              <a:rPr lang="en-US" dirty="0">
                <a:highlight>
                  <a:srgbClr val="FFFF00"/>
                </a:highlight>
              </a:rPr>
              <a:t>//Declarative</a:t>
            </a:r>
          </a:p>
          <a:p>
            <a:r>
              <a:rPr lang="en-US" dirty="0">
                <a:highlight>
                  <a:srgbClr val="FFFF00"/>
                </a:highlight>
              </a:rPr>
              <a:t>		</a:t>
            </a:r>
            <a:r>
              <a:rPr lang="en-US" dirty="0" err="1">
                <a:highlight>
                  <a:srgbClr val="FFFF00"/>
                </a:highlight>
              </a:rPr>
              <a:t>numbers.stream</a:t>
            </a:r>
            <a:r>
              <a:rPr lang="en-US" dirty="0">
                <a:highlight>
                  <a:srgbClr val="FFFF00"/>
                </a:highlight>
              </a:rPr>
              <a:t>()</a:t>
            </a:r>
          </a:p>
          <a:p>
            <a:r>
              <a:rPr lang="en-US" dirty="0">
                <a:highlight>
                  <a:srgbClr val="FFFF00"/>
                </a:highlight>
              </a:rPr>
              <a:t>		.filter(number-&gt;number%2==0)</a:t>
            </a:r>
          </a:p>
          <a:p>
            <a:r>
              <a:rPr lang="en-US" dirty="0">
                <a:highlight>
                  <a:srgbClr val="FFFF00"/>
                </a:highlight>
              </a:rPr>
              <a:t>		.</a:t>
            </a:r>
            <a:r>
              <a:rPr lang="en-US" dirty="0" err="1">
                <a:highlight>
                  <a:srgbClr val="FFFF00"/>
                </a:highlight>
              </a:rPr>
              <a:t>forEach</a:t>
            </a:r>
            <a:r>
              <a:rPr lang="en-US" dirty="0">
                <a:highlight>
                  <a:srgbClr val="FFFF00"/>
                </a:highlight>
              </a:rPr>
              <a:t>(</a:t>
            </a:r>
            <a:r>
              <a:rPr lang="en-US" dirty="0" err="1">
                <a:highlight>
                  <a:srgbClr val="FFFF00"/>
                </a:highlight>
              </a:rPr>
              <a:t>System.out</a:t>
            </a:r>
            <a:r>
              <a:rPr lang="en-US" dirty="0">
                <a:highlight>
                  <a:srgbClr val="FFFF00"/>
                </a:highlight>
              </a:rPr>
              <a:t>::</a:t>
            </a:r>
            <a:r>
              <a:rPr lang="en-US" dirty="0" err="1">
                <a:highlight>
                  <a:srgbClr val="FFFF00"/>
                </a:highlight>
              </a:rPr>
              <a:t>println</a:t>
            </a:r>
            <a:r>
              <a:rPr lang="en-US" dirty="0">
                <a:highlight>
                  <a:srgbClr val="FFFF00"/>
                </a:highlight>
              </a:rPr>
              <a:t>);</a:t>
            </a:r>
          </a:p>
          <a:p>
            <a:r>
              <a:rPr lang="en-US" dirty="0"/>
              <a:t>		</a:t>
            </a:r>
          </a:p>
          <a:p>
            <a:r>
              <a:rPr lang="en-US" dirty="0">
                <a:highlight>
                  <a:srgbClr val="00FF00"/>
                </a:highlight>
              </a:rPr>
              <a:t>//imperative</a:t>
            </a:r>
          </a:p>
          <a:p>
            <a:r>
              <a:rPr lang="en-US" dirty="0">
                <a:highlight>
                  <a:srgbClr val="00FF00"/>
                </a:highlight>
              </a:rPr>
              <a:t>		for(int number: numbers){</a:t>
            </a:r>
          </a:p>
          <a:p>
            <a:r>
              <a:rPr lang="en-US" dirty="0">
                <a:highlight>
                  <a:srgbClr val="00FF00"/>
                </a:highlight>
              </a:rPr>
              <a:t>			if(number%2 ==0)</a:t>
            </a:r>
          </a:p>
          <a:p>
            <a:r>
              <a:rPr lang="en-US" dirty="0">
                <a:highlight>
                  <a:srgbClr val="00FF00"/>
                </a:highlight>
              </a:rPr>
              <a:t>				</a:t>
            </a:r>
            <a:r>
              <a:rPr lang="en-US" dirty="0" err="1">
                <a:highlight>
                  <a:srgbClr val="00FF00"/>
                </a:highlight>
              </a:rPr>
              <a:t>System.out.println</a:t>
            </a:r>
            <a:r>
              <a:rPr lang="en-US" dirty="0">
                <a:highlight>
                  <a:srgbClr val="00FF00"/>
                </a:highlight>
              </a:rPr>
              <a:t>(number);</a:t>
            </a:r>
          </a:p>
          <a:p>
            <a:r>
              <a:rPr lang="en-US" dirty="0">
                <a:highlight>
                  <a:srgbClr val="00FF00"/>
                </a:highlight>
              </a:rPr>
              <a:t>		}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2900289"/>
      </p:ext>
    </p:extLst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8153400" cy="1470025"/>
          </a:xfrm>
        </p:spPr>
        <p:txBody>
          <a:bodyPr>
            <a:normAutofit/>
          </a:bodyPr>
          <a:lstStyle/>
          <a:p>
            <a:r>
              <a:rPr lang="en-US" dirty="0"/>
              <a:t>Program Development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762000" y="812800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954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Program Development </a:t>
            </a:r>
            <a:r>
              <a:rPr lang="en-US" altLang="en-US" dirty="0"/>
              <a:t>C</a:t>
            </a:r>
            <a:r>
              <a:rPr lang="en-US" altLang="en-US"/>
              <a:t>ycle</a:t>
            </a:r>
            <a:endParaRPr lang="en-US" altLang="en-US" dirty="0"/>
          </a:p>
          <a:p>
            <a:r>
              <a:rPr lang="en-US" dirty="0"/>
              <a:t>Algorithm</a:t>
            </a:r>
          </a:p>
          <a:p>
            <a:r>
              <a:rPr lang="en-US" dirty="0"/>
              <a:t>The First Four Steps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C8C74-4A28-42C1-92A0-1CB51970C17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7745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Programming: Plan First, Then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good programmer will plan first and write second</a:t>
            </a:r>
          </a:p>
          <a:p>
            <a:pPr lvl="1"/>
            <a:r>
              <a:rPr lang="en-US" dirty="0"/>
              <a:t>Breaking down a large programming task into several smaller tasks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3359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An Overview of Seven Steps</a:t>
            </a:r>
            <a:endParaRPr lang="en-US" dirty="0"/>
          </a:p>
        </p:txBody>
      </p:sp>
      <p:pic>
        <p:nvPicPr>
          <p:cNvPr id="1026" name="Picture 2" descr="https://d3c33hcgiwev3.cloudfront.net/imageAssetProxy.v1/QxjDIQXCEeebgApiSkR0eg_0bfe6c1d55d020d7b2180a90443b1c26_01_high_level_prog.png?expiry=1600819200000&amp;hmac=_aFI-ihcJBaePWfU0FvsOCx3jbc7Qr38hgDXcv5JugM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169" y="2514600"/>
            <a:ext cx="8414564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52518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Set of well-defined logical steps that must be taken to perform a task</a:t>
            </a:r>
          </a:p>
          <a:p>
            <a:r>
              <a:rPr lang="en-US" altLang="en-US" sz="2800" b="1" i="1" dirty="0"/>
              <a:t>For example</a:t>
            </a:r>
            <a:r>
              <a:rPr lang="en-US" altLang="en-US" sz="2800" i="1" dirty="0"/>
              <a:t>, suppose you have been asked to write a program to calculate and display the gross pay for an hourly paid employee. </a:t>
            </a:r>
          </a:p>
          <a:p>
            <a:pPr marL="0" indent="0">
              <a:buNone/>
            </a:pPr>
            <a:r>
              <a:rPr lang="en-US" altLang="en-US" sz="2400" b="1" dirty="0"/>
              <a:t>Here are the steps that you would take:</a:t>
            </a:r>
          </a:p>
          <a:p>
            <a:pPr marL="457200" lvl="1" indent="0">
              <a:buNone/>
            </a:pPr>
            <a:r>
              <a:rPr lang="en-US" altLang="en-US" sz="2000" dirty="0"/>
              <a:t>1. Get the number of hours worked.</a:t>
            </a:r>
          </a:p>
          <a:p>
            <a:pPr marL="457200" lvl="1" indent="0">
              <a:buNone/>
            </a:pPr>
            <a:r>
              <a:rPr lang="en-US" altLang="en-US" sz="2000" dirty="0"/>
              <a:t>2. Get the hourly pay rate.</a:t>
            </a:r>
          </a:p>
          <a:p>
            <a:pPr marL="457200" lvl="1" indent="0">
              <a:buNone/>
            </a:pPr>
            <a:r>
              <a:rPr lang="en-US" altLang="en-US" sz="2000" dirty="0"/>
              <a:t>3. Multiply the number of hours worked by the hourly pay rate.</a:t>
            </a:r>
          </a:p>
          <a:p>
            <a:pPr marL="457200" lvl="1" indent="0">
              <a:buNone/>
            </a:pPr>
            <a:r>
              <a:rPr lang="en-US" altLang="en-US" sz="2000" dirty="0"/>
              <a:t>4. Display the result of the calculation that was performed in Step 3.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9681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/>
              <a:t>Pseudocode</a:t>
            </a:r>
            <a:endParaRPr lang="he-IL" altLang="en-US" dirty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 u="sng"/>
              <a:t>Pseudocode</a:t>
            </a:r>
            <a:r>
              <a:rPr lang="en-US" altLang="en-US" sz="2800"/>
              <a:t>: fake code</a:t>
            </a:r>
          </a:p>
          <a:p>
            <a:pPr lvl="1" eaLnBrk="1" hangingPunct="1"/>
            <a:r>
              <a:rPr lang="en-US" altLang="en-US" sz="2400"/>
              <a:t>Informal language that has no syntax rule </a:t>
            </a:r>
          </a:p>
          <a:p>
            <a:pPr lvl="1" eaLnBrk="1" hangingPunct="1"/>
            <a:r>
              <a:rPr lang="en-US" altLang="en-US" sz="2400"/>
              <a:t>Not meant to be compiled or executed</a:t>
            </a:r>
          </a:p>
          <a:p>
            <a:pPr lvl="1" eaLnBrk="1" hangingPunct="1"/>
            <a:r>
              <a:rPr lang="en-US" altLang="en-US" sz="2400"/>
              <a:t>Used to create model program</a:t>
            </a:r>
          </a:p>
          <a:p>
            <a:pPr lvl="2" eaLnBrk="1" hangingPunct="1"/>
            <a:r>
              <a:rPr lang="en-US" altLang="en-US" sz="2000"/>
              <a:t>No need to worry about syntax errors, can focus on program’s design</a:t>
            </a:r>
          </a:p>
          <a:p>
            <a:pPr lvl="2" eaLnBrk="1" hangingPunct="1"/>
            <a:r>
              <a:rPr lang="en-US" altLang="en-US" sz="2000"/>
              <a:t>Can be translated directly into actual code in any programming language</a:t>
            </a:r>
            <a:endParaRPr lang="he-IL" altLang="en-US" sz="2000"/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50" y="4876800"/>
            <a:ext cx="5848350" cy="128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783883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Flowcharts</a:t>
            </a:r>
            <a:endParaRPr lang="he-IL" altLang="en-US"/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u="sng" dirty="0"/>
              <a:t>Flowchart</a:t>
            </a:r>
            <a:r>
              <a:rPr lang="en-US" altLang="en-US" dirty="0"/>
              <a:t>: diagram that graphically depicts the steps in a program</a:t>
            </a:r>
          </a:p>
          <a:p>
            <a:pPr lvl="1" eaLnBrk="1" hangingPunct="1"/>
            <a:r>
              <a:rPr lang="en-US" altLang="en-US" dirty="0"/>
              <a:t>Ovals are terminal symbols</a:t>
            </a:r>
          </a:p>
          <a:p>
            <a:pPr lvl="1" eaLnBrk="1" hangingPunct="1"/>
            <a:r>
              <a:rPr lang="en-US" altLang="en-US" dirty="0"/>
              <a:t>Parallelograms are input and output symbols</a:t>
            </a:r>
          </a:p>
          <a:p>
            <a:pPr lvl="1" eaLnBrk="1" hangingPunct="1"/>
            <a:r>
              <a:rPr lang="en-US" altLang="en-US" dirty="0"/>
              <a:t>Rectangles are processing symbols</a:t>
            </a:r>
          </a:p>
          <a:p>
            <a:pPr lvl="1" eaLnBrk="1" hangingPunct="1"/>
            <a:r>
              <a:rPr lang="en-US" altLang="en-US" dirty="0"/>
              <a:t>Symbols are connected by arrows that represent the flow of the program</a:t>
            </a:r>
          </a:p>
        </p:txBody>
      </p:sp>
    </p:spTree>
    <p:extLst>
      <p:ext uri="{BB962C8B-B14F-4D97-AF65-F5344CB8AC3E}">
        <p14:creationId xmlns:p14="http://schemas.microsoft.com/office/powerpoint/2010/main" val="8159367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3429000" cy="1676400"/>
          </a:xfrm>
        </p:spPr>
        <p:txBody>
          <a:bodyPr/>
          <a:lstStyle/>
          <a:p>
            <a:r>
              <a:rPr lang="en-US" sz="2400"/>
              <a:t>Flow Chart – Raptor Example</a:t>
            </a:r>
            <a:endParaRPr lang="da-DK" sz="2400"/>
          </a:p>
        </p:txBody>
      </p:sp>
      <p:pic>
        <p:nvPicPr>
          <p:cNvPr id="1229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76200"/>
            <a:ext cx="4038600" cy="651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62162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Four Steps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48790" y="3810000"/>
            <a:ext cx="8229600" cy="266858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Step 1: Work an Example Yourself</a:t>
            </a:r>
          </a:p>
          <a:p>
            <a:pPr marL="0" indent="0">
              <a:buNone/>
            </a:pPr>
            <a:r>
              <a:rPr lang="en-US" dirty="0"/>
              <a:t>Step 2: Write Down What You Just Did</a:t>
            </a:r>
          </a:p>
          <a:p>
            <a:pPr marL="0" indent="0">
              <a:buNone/>
            </a:pPr>
            <a:r>
              <a:rPr lang="en-US" dirty="0"/>
              <a:t>Step 3: Generalize Your Steps</a:t>
            </a:r>
          </a:p>
          <a:p>
            <a:pPr marL="0" indent="0">
              <a:buNone/>
            </a:pPr>
            <a:r>
              <a:rPr lang="en-US" dirty="0"/>
              <a:t>Step 4: Test Your Algorithm</a:t>
            </a:r>
          </a:p>
        </p:txBody>
      </p:sp>
      <p:pic>
        <p:nvPicPr>
          <p:cNvPr id="3" name="Picture 4" descr="https://d3c33hcgiwev3.cloudfront.net/imageAssetProxy.v1/kBP1hAtHEeeBNhJf9KzsOA_80d7e65e9d1ab2fccd4b1d799964717f_01_steps_new.png?expiry=1600819200000&amp;hmac=eL-UalEUYSaxaeBICzoGCJQjWWBBEXWwsw_0CEgsw0c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828" y="1524000"/>
            <a:ext cx="8471562" cy="193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32251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Write a program to compute 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dirty="0"/>
              <a:t> raised to the 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dirty="0"/>
              <a:t> power (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i="1" baseline="30000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b="1" dirty="0"/>
              <a:t>Step 1: Work an Example Yourself</a:t>
            </a:r>
          </a:p>
          <a:p>
            <a:pPr marL="0" indent="0">
              <a:buNone/>
            </a:pPr>
            <a:r>
              <a:rPr lang="en-US" i="1" dirty="0"/>
              <a:t>x</a:t>
            </a:r>
            <a:r>
              <a:rPr lang="en-US" dirty="0"/>
              <a:t> = 3 and </a:t>
            </a:r>
            <a:r>
              <a:rPr lang="en-US" i="1" dirty="0"/>
              <a:t>y </a:t>
            </a:r>
            <a:r>
              <a:rPr lang="en-US" dirty="0"/>
              <a:t>= 4, getting an answer of 3^4 = 81.</a:t>
            </a:r>
            <a:endParaRPr lang="en-US" b="1" dirty="0"/>
          </a:p>
          <a:p>
            <a:pPr marL="0" indent="0">
              <a:buNone/>
            </a:pPr>
            <a:endParaRPr lang="en-US" i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52858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Step 2: Write Down What You Just Did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https://d3c33hcgiwev3.cloudfront.net/imageAssetProxy.v1/XTCVlAtKEeeNXwrenFYp7g_94f62447569b70f3f9859c82d1087b8e_power_ex.png?expiry=1601078400000&amp;hmac=da9nYezL2NrZy6h9XWsceLu9L31qOgfJ15SsoUm3o3M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176"/>
          <a:stretch/>
        </p:blipFill>
        <p:spPr bwMode="auto">
          <a:xfrm>
            <a:off x="2743200" y="2438400"/>
            <a:ext cx="3710623" cy="29340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519136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Step 3: Generalize Your Steps</a:t>
            </a:r>
          </a:p>
          <a:p>
            <a:endParaRPr lang="en-US" dirty="0"/>
          </a:p>
        </p:txBody>
      </p:sp>
      <p:grpSp>
        <p:nvGrpSpPr>
          <p:cNvPr id="18" name="Group 17"/>
          <p:cNvGrpSpPr/>
          <p:nvPr/>
        </p:nvGrpSpPr>
        <p:grpSpPr>
          <a:xfrm>
            <a:off x="652032" y="2214641"/>
            <a:ext cx="7425168" cy="3911521"/>
            <a:chOff x="526144" y="2225528"/>
            <a:chExt cx="6461078" cy="3108472"/>
          </a:xfrm>
        </p:grpSpPr>
        <p:sp>
          <p:nvSpPr>
            <p:cNvPr id="17" name="Rectangle 16"/>
            <p:cNvSpPr/>
            <p:nvPr/>
          </p:nvSpPr>
          <p:spPr>
            <a:xfrm>
              <a:off x="5342367" y="2594860"/>
              <a:ext cx="304800" cy="4531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 descr="https://d3c33hcgiwev3.cloudfront.net/imageAssetProxy.v1/cB0uFAtMEeeNXwrenFYp7g_e053ec767910533ecd11c87390bf492a_power_1.png?expiry=1601078400000&amp;hmac=WW8ypglk0oTxbKXqpvlcnheOBXk__zq9N1vxA9UIq4A"/>
            <p:cNvPicPr/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6195"/>
            <a:stretch/>
          </p:blipFill>
          <p:spPr bwMode="auto">
            <a:xfrm>
              <a:off x="3886200" y="2594860"/>
              <a:ext cx="3101022" cy="27391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" name="Rectangle 14"/>
            <p:cNvSpPr/>
            <p:nvPr/>
          </p:nvSpPr>
          <p:spPr>
            <a:xfrm>
              <a:off x="1981200" y="2594860"/>
              <a:ext cx="304800" cy="4531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 descr="https://d3c33hcgiwev3.cloudfront.net/imageAssetProxy.v1/XTCVlAtKEeeNXwrenFYp7g_94f62447569b70f3f9859c82d1087b8e_power_ex.png?expiry=1601078400000&amp;hmac=da9nYezL2NrZy6h9XWsceLu9L31qOgfJ15SsoUm3o3M"/>
            <p:cNvPicPr/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3176"/>
            <a:stretch/>
          </p:blipFill>
          <p:spPr bwMode="auto">
            <a:xfrm>
              <a:off x="533401" y="2594860"/>
              <a:ext cx="3352799" cy="27391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Rectangle 15"/>
            <p:cNvSpPr/>
            <p:nvPr/>
          </p:nvSpPr>
          <p:spPr>
            <a:xfrm>
              <a:off x="526144" y="2225528"/>
              <a:ext cx="3878944" cy="36933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dirty="0"/>
                <a:t>1-Replacing this occurrence of 3 with x</a:t>
              </a:r>
            </a:p>
          </p:txBody>
        </p:sp>
      </p:grpSp>
      <p:sp>
        <p:nvSpPr>
          <p:cNvPr id="4" name="Arrow: Right 3">
            <a:extLst>
              <a:ext uri="{FF2B5EF4-FFF2-40B4-BE49-F238E27FC236}">
                <a16:creationId xmlns:a16="http://schemas.microsoft.com/office/drawing/2014/main" id="{D139C059-3A30-57E2-691F-F116878CDFF2}"/>
              </a:ext>
            </a:extLst>
          </p:cNvPr>
          <p:cNvSpPr/>
          <p:nvPr/>
        </p:nvSpPr>
        <p:spPr>
          <a:xfrm>
            <a:off x="3759799" y="4199574"/>
            <a:ext cx="7620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0046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Step 3: Generalize Your Steps</a:t>
            </a:r>
          </a:p>
          <a:p>
            <a:endParaRPr lang="en-US" dirty="0"/>
          </a:p>
        </p:txBody>
      </p:sp>
      <p:grpSp>
        <p:nvGrpSpPr>
          <p:cNvPr id="22" name="Group 21"/>
          <p:cNvGrpSpPr/>
          <p:nvPr/>
        </p:nvGrpSpPr>
        <p:grpSpPr>
          <a:xfrm>
            <a:off x="457200" y="2445237"/>
            <a:ext cx="8408511" cy="2431563"/>
            <a:chOff x="659289" y="2216638"/>
            <a:chExt cx="8484711" cy="2431563"/>
          </a:xfrm>
        </p:grpSpPr>
        <p:grpSp>
          <p:nvGrpSpPr>
            <p:cNvPr id="20" name="Group 19"/>
            <p:cNvGrpSpPr/>
            <p:nvPr/>
          </p:nvGrpSpPr>
          <p:grpSpPr>
            <a:xfrm>
              <a:off x="659289" y="2216638"/>
              <a:ext cx="2693511" cy="2431563"/>
              <a:chOff x="659289" y="2216638"/>
              <a:chExt cx="2693511" cy="2431563"/>
            </a:xfrm>
          </p:grpSpPr>
          <p:sp>
            <p:nvSpPr>
              <p:cNvPr id="19" name="Rectangle 18"/>
              <p:cNvSpPr/>
              <p:nvPr/>
            </p:nvSpPr>
            <p:spPr>
              <a:xfrm>
                <a:off x="659289" y="2216638"/>
                <a:ext cx="1759392" cy="36933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r>
                  <a:rPr lang="en-US" dirty="0"/>
                  <a:t>2-Find repetition</a:t>
                </a:r>
              </a:p>
            </p:txBody>
          </p:sp>
          <p:pic>
            <p:nvPicPr>
              <p:cNvPr id="21" name="Picture 20" descr="https://d3c33hcgiwev3.cloudfront.net/imageAssetProxy.v1/IcBWpgtNEeeYfApVbTauLA_845b7f6465fe31bd68693b6b02fa3eed_power_2.png?expiry=1601078400000&amp;hmac=QIywOTClODRRLyMB5STWx-urxkVEAcHKxEtS9e5NB_M"/>
              <p:cNvPicPr/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60589"/>
              <a:stretch/>
            </p:blipFill>
            <p:spPr bwMode="auto">
              <a:xfrm>
                <a:off x="659289" y="2583975"/>
                <a:ext cx="2693511" cy="20642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3" name="Picture 22" descr="https://d3c33hcgiwev3.cloudfront.net/imageAssetProxy.v1/8PO09AtNEeeBNhJf9KzsOA_bf721f73e2822db5ded95221cecaa036_power_3.png?expiry=1601078400000&amp;hmac=AyfPF6wCq_iaAyQR9DH8Vscjj2WSy90x_4kqdEDPSeI"/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00400" y="2614999"/>
              <a:ext cx="5943600" cy="1526030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34903563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Step 3: Generalize Your Steps</a:t>
            </a:r>
          </a:p>
          <a:p>
            <a:endParaRPr lang="en-US" dirty="0"/>
          </a:p>
        </p:txBody>
      </p:sp>
      <p:pic>
        <p:nvPicPr>
          <p:cNvPr id="25" name="Picture 24" descr="https://d3c33hcgiwev3.cloudfront.net/imageAssetProxy.v1/R8aSYAtOEeeYfApVbTauLA_8cd51956edb329d9d07756c84d2b2689_power_4.png?expiry=1601078400000&amp;hmac=QB15nEQnnH35nSAJIT0_a5xjhGwEzspmAziymJrtGVA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851"/>
          <a:stretch/>
        </p:blipFill>
        <p:spPr bwMode="auto">
          <a:xfrm>
            <a:off x="152400" y="2667000"/>
            <a:ext cx="8991600" cy="2057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11880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 4: Test Your Algorithm</a:t>
            </a:r>
          </a:p>
          <a:p>
            <a:endParaRPr lang="en-US" dirty="0"/>
          </a:p>
        </p:txBody>
      </p:sp>
      <p:pic>
        <p:nvPicPr>
          <p:cNvPr id="4" name="Picture 3" descr="https://d3c33hcgiwev3.cloudfront.net/imageAssetProxy.v1/PZE6EXkzEee6mw7xN92yoA_bc6e8aff676a2910be713d4b5e46db6c_1.2-Step-4-alg1.png?expiry=1601078400000&amp;hmac=BvjFHi6AsPJE5AqoP0mhauNPViPDMNQ9WU43eyBGREE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90"/>
          <a:stretch/>
        </p:blipFill>
        <p:spPr bwMode="auto">
          <a:xfrm>
            <a:off x="304800" y="2438400"/>
            <a:ext cx="8686800" cy="2971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666121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 4: Test Your Algorithm</a:t>
            </a:r>
          </a:p>
          <a:p>
            <a:endParaRPr lang="en-US" dirty="0"/>
          </a:p>
        </p:txBody>
      </p:sp>
      <p:pic>
        <p:nvPicPr>
          <p:cNvPr id="59394" name="Picture 2" descr="https://d3c33hcgiwev3.cloudfront.net/imageAssetProxy.v1/T_Pz8nkzEee6mw7xN92yoA_501cc14a20253848ca39dc9a622cdd7a_1.2-Step-4-alg2.png?expiry=1601078400000&amp;hmac=Eq2zo3xy86dmzD1T0DiSqfS8aUgc0_4vmRshMMlrSIQ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902"/>
          <a:stretch/>
        </p:blipFill>
        <p:spPr bwMode="auto">
          <a:xfrm>
            <a:off x="357352" y="2590800"/>
            <a:ext cx="8510226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92048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Problem: </a:t>
            </a:r>
            <a:r>
              <a:rPr lang="en-US" sz="2400" dirty="0"/>
              <a:t>Find the closest point out of a set of points to some other given point</a:t>
            </a:r>
          </a:p>
          <a:p>
            <a:pPr marL="0" indent="0">
              <a:buNone/>
            </a:pPr>
            <a:endParaRPr lang="en-US" sz="2400" b="1" dirty="0"/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2543503"/>
            <a:ext cx="6705600" cy="4225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9276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Example-2</a:t>
            </a:r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219199"/>
            <a:ext cx="8763000" cy="5521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5960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Example-2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152400" y="1219199"/>
            <a:ext cx="8763000" cy="5521317"/>
            <a:chOff x="152400" y="1219199"/>
            <a:chExt cx="8763000" cy="5521317"/>
          </a:xfrm>
        </p:grpSpPr>
        <p:pic>
          <p:nvPicPr>
            <p:cNvPr id="5" name="Picture 4" descr="Screen Clippi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400" y="1219199"/>
              <a:ext cx="8763000" cy="5521317"/>
            </a:xfrm>
            <a:prstGeom prst="rect">
              <a:avLst/>
            </a:prstGeom>
          </p:spPr>
        </p:pic>
        <p:cxnSp>
          <p:nvCxnSpPr>
            <p:cNvPr id="3" name="Straight Connector 2"/>
            <p:cNvCxnSpPr/>
            <p:nvPr/>
          </p:nvCxnSpPr>
          <p:spPr>
            <a:xfrm flipV="1">
              <a:off x="2835166" y="2895600"/>
              <a:ext cx="152400" cy="167640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2987566" y="3352800"/>
              <a:ext cx="7462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8.06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105400" y="5287327"/>
              <a:ext cx="23910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Smallest Distance: </a:t>
              </a:r>
              <a:r>
                <a:rPr lang="en-US" b="1" dirty="0">
                  <a:solidFill>
                    <a:srgbClr val="FF0000"/>
                  </a:solidFill>
                </a:rPr>
                <a:t>8.06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83570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Example-2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52400" y="1219199"/>
            <a:ext cx="8763000" cy="5521317"/>
            <a:chOff x="152400" y="1219199"/>
            <a:chExt cx="8763000" cy="5521317"/>
          </a:xfrm>
        </p:grpSpPr>
        <p:pic>
          <p:nvPicPr>
            <p:cNvPr id="6" name="Picture 5" descr="Screen Clippi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400" y="1219199"/>
              <a:ext cx="8763000" cy="5521317"/>
            </a:xfrm>
            <a:prstGeom prst="rect">
              <a:avLst/>
            </a:prstGeom>
          </p:spPr>
        </p:pic>
        <p:cxnSp>
          <p:nvCxnSpPr>
            <p:cNvPr id="7" name="Straight Connector 6"/>
            <p:cNvCxnSpPr/>
            <p:nvPr/>
          </p:nvCxnSpPr>
          <p:spPr>
            <a:xfrm flipV="1">
              <a:off x="2835166" y="2895600"/>
              <a:ext cx="152400" cy="167640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2987566" y="3352800"/>
              <a:ext cx="7462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8.06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039914" y="3777734"/>
              <a:ext cx="7462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10.82</a:t>
              </a:r>
            </a:p>
          </p:txBody>
        </p:sp>
        <p:cxnSp>
          <p:nvCxnSpPr>
            <p:cNvPr id="10" name="Straight Connector 9"/>
            <p:cNvCxnSpPr/>
            <p:nvPr/>
          </p:nvCxnSpPr>
          <p:spPr>
            <a:xfrm flipV="1">
              <a:off x="2835166" y="3352800"/>
              <a:ext cx="1813034" cy="1219201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5105400" y="5287327"/>
              <a:ext cx="23910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Smallest Distance: </a:t>
              </a:r>
              <a:r>
                <a:rPr lang="en-US" b="1" dirty="0">
                  <a:solidFill>
                    <a:srgbClr val="FF0000"/>
                  </a:solidFill>
                </a:rPr>
                <a:t>8.06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92798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Example-2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152400" y="1219199"/>
            <a:ext cx="8763000" cy="5521317"/>
            <a:chOff x="152400" y="1219199"/>
            <a:chExt cx="8763000" cy="5521317"/>
          </a:xfrm>
        </p:grpSpPr>
        <p:pic>
          <p:nvPicPr>
            <p:cNvPr id="5" name="Picture 4" descr="Screen Clippi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400" y="1219199"/>
              <a:ext cx="8763000" cy="5521317"/>
            </a:xfrm>
            <a:prstGeom prst="rect">
              <a:avLst/>
            </a:prstGeom>
          </p:spPr>
        </p:pic>
        <p:cxnSp>
          <p:nvCxnSpPr>
            <p:cNvPr id="3" name="Straight Connector 2"/>
            <p:cNvCxnSpPr/>
            <p:nvPr/>
          </p:nvCxnSpPr>
          <p:spPr>
            <a:xfrm flipV="1">
              <a:off x="2835166" y="2895600"/>
              <a:ext cx="152400" cy="167640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2987566" y="3352800"/>
              <a:ext cx="7462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8.06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666797" y="4304303"/>
              <a:ext cx="7462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7.07</a:t>
              </a:r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2911366" y="4588505"/>
              <a:ext cx="1357148" cy="152402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5105400" y="5287327"/>
              <a:ext cx="23910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Smallest Distance: </a:t>
              </a:r>
              <a:r>
                <a:rPr lang="en-US" b="1" dirty="0">
                  <a:solidFill>
                    <a:srgbClr val="FF0000"/>
                  </a:solidFill>
                </a:rPr>
                <a:t>7.07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3983468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Example-2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152400" y="1219199"/>
            <a:ext cx="8763000" cy="5521317"/>
            <a:chOff x="152400" y="1219199"/>
            <a:chExt cx="8763000" cy="5521317"/>
          </a:xfrm>
        </p:grpSpPr>
        <p:pic>
          <p:nvPicPr>
            <p:cNvPr id="5" name="Picture 4" descr="Screen Clippi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400" y="1219199"/>
              <a:ext cx="8763000" cy="5521317"/>
            </a:xfrm>
            <a:prstGeom prst="rect">
              <a:avLst/>
            </a:prstGeom>
          </p:spPr>
        </p:pic>
        <p:cxnSp>
          <p:nvCxnSpPr>
            <p:cNvPr id="18" name="Straight Connector 17"/>
            <p:cNvCxnSpPr/>
            <p:nvPr/>
          </p:nvCxnSpPr>
          <p:spPr>
            <a:xfrm>
              <a:off x="2835166" y="4588505"/>
              <a:ext cx="1204748" cy="1050295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4160783" y="5287327"/>
              <a:ext cx="7462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7.81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105400" y="5287327"/>
              <a:ext cx="23910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Smallest Distance: </a:t>
              </a:r>
              <a:r>
                <a:rPr lang="en-US" b="1" dirty="0">
                  <a:solidFill>
                    <a:srgbClr val="FF0000"/>
                  </a:solidFill>
                </a:rPr>
                <a:t>7.07</a:t>
              </a:r>
            </a:p>
          </p:txBody>
        </p:sp>
      </p:grpSp>
      <p:cxnSp>
        <p:nvCxnSpPr>
          <p:cNvPr id="10" name="Straight Connector 9"/>
          <p:cNvCxnSpPr/>
          <p:nvPr/>
        </p:nvCxnSpPr>
        <p:spPr>
          <a:xfrm>
            <a:off x="2911366" y="4588505"/>
            <a:ext cx="1357148" cy="152402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66797" y="4304303"/>
            <a:ext cx="746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7.07</a:t>
            </a:r>
          </a:p>
        </p:txBody>
      </p:sp>
    </p:spTree>
    <p:extLst>
      <p:ext uri="{BB962C8B-B14F-4D97-AF65-F5344CB8AC3E}">
        <p14:creationId xmlns:p14="http://schemas.microsoft.com/office/powerpoint/2010/main" val="11188684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Example-2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152400" y="1219199"/>
            <a:ext cx="8763000" cy="5521317"/>
            <a:chOff x="152400" y="1219199"/>
            <a:chExt cx="8763000" cy="5521317"/>
          </a:xfrm>
        </p:grpSpPr>
        <p:pic>
          <p:nvPicPr>
            <p:cNvPr id="5" name="Picture 4" descr="Screen Clippi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400" y="1219199"/>
              <a:ext cx="8763000" cy="5521317"/>
            </a:xfrm>
            <a:prstGeom prst="rect">
              <a:avLst/>
            </a:prstGeom>
          </p:spPr>
        </p:pic>
        <p:cxnSp>
          <p:nvCxnSpPr>
            <p:cNvPr id="22" name="Straight Connector 21"/>
            <p:cNvCxnSpPr/>
            <p:nvPr/>
          </p:nvCxnSpPr>
          <p:spPr>
            <a:xfrm flipH="1">
              <a:off x="2041634" y="4572000"/>
              <a:ext cx="793533" cy="83820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1295400" y="4900760"/>
              <a:ext cx="7462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5.66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105400" y="5287327"/>
              <a:ext cx="23910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Smallest Distance: </a:t>
              </a:r>
              <a:r>
                <a:rPr lang="en-US" b="1" dirty="0">
                  <a:solidFill>
                    <a:srgbClr val="FF0000"/>
                  </a:solidFill>
                </a:rPr>
                <a:t>5.66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3666797" y="4304303"/>
            <a:ext cx="746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7.07</a:t>
            </a:r>
          </a:p>
        </p:txBody>
      </p:sp>
      <p:cxnSp>
        <p:nvCxnSpPr>
          <p:cNvPr id="24" name="Straight Connector 23"/>
          <p:cNvCxnSpPr/>
          <p:nvPr/>
        </p:nvCxnSpPr>
        <p:spPr>
          <a:xfrm>
            <a:off x="2911366" y="4588505"/>
            <a:ext cx="1357148" cy="152402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81314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Example-2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152400" y="1219199"/>
            <a:ext cx="8763000" cy="5521317"/>
            <a:chOff x="152400" y="1219199"/>
            <a:chExt cx="8763000" cy="5521317"/>
          </a:xfrm>
        </p:grpSpPr>
        <p:pic>
          <p:nvPicPr>
            <p:cNvPr id="5" name="Picture 4" descr="Screen Clippi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400" y="1219199"/>
              <a:ext cx="8763000" cy="5521317"/>
            </a:xfrm>
            <a:prstGeom prst="rect">
              <a:avLst/>
            </a:prstGeom>
          </p:spPr>
        </p:pic>
        <p:cxnSp>
          <p:nvCxnSpPr>
            <p:cNvPr id="22" name="Straight Connector 21"/>
            <p:cNvCxnSpPr/>
            <p:nvPr/>
          </p:nvCxnSpPr>
          <p:spPr>
            <a:xfrm flipH="1">
              <a:off x="2041634" y="4572000"/>
              <a:ext cx="793533" cy="83820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1295400" y="4900760"/>
              <a:ext cx="7462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5.66</a:t>
              </a:r>
            </a:p>
          </p:txBody>
        </p:sp>
        <p:cxnSp>
          <p:nvCxnSpPr>
            <p:cNvPr id="26" name="Straight Connector 25"/>
            <p:cNvCxnSpPr/>
            <p:nvPr/>
          </p:nvCxnSpPr>
          <p:spPr>
            <a:xfrm>
              <a:off x="856593" y="4359905"/>
              <a:ext cx="1978573" cy="212095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1407730" y="3953669"/>
              <a:ext cx="7462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9.06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105400" y="5287327"/>
              <a:ext cx="23910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Smallest Distance: </a:t>
              </a:r>
              <a:r>
                <a:rPr lang="en-US" b="1" dirty="0">
                  <a:solidFill>
                    <a:srgbClr val="FF0000"/>
                  </a:solidFill>
                </a:rPr>
                <a:t>5.66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1800423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Example-2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152400" y="1219199"/>
            <a:ext cx="8763000" cy="5521317"/>
            <a:chOff x="152400" y="1219199"/>
            <a:chExt cx="8763000" cy="5521317"/>
          </a:xfrm>
        </p:grpSpPr>
        <p:pic>
          <p:nvPicPr>
            <p:cNvPr id="5" name="Picture 4" descr="Screen Clippi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400" y="1219199"/>
              <a:ext cx="8763000" cy="5521317"/>
            </a:xfrm>
            <a:prstGeom prst="rect">
              <a:avLst/>
            </a:prstGeom>
          </p:spPr>
        </p:pic>
        <p:cxnSp>
          <p:nvCxnSpPr>
            <p:cNvPr id="22" name="Straight Connector 21"/>
            <p:cNvCxnSpPr/>
            <p:nvPr/>
          </p:nvCxnSpPr>
          <p:spPr>
            <a:xfrm flipH="1">
              <a:off x="2041634" y="4572000"/>
              <a:ext cx="793533" cy="83820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1295400" y="4900760"/>
              <a:ext cx="7462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5.66</a:t>
              </a:r>
            </a:p>
          </p:txBody>
        </p:sp>
        <p:cxnSp>
          <p:nvCxnSpPr>
            <p:cNvPr id="29" name="Straight Connector 28"/>
            <p:cNvCxnSpPr/>
            <p:nvPr/>
          </p:nvCxnSpPr>
          <p:spPr>
            <a:xfrm>
              <a:off x="1472762" y="3048000"/>
              <a:ext cx="1362404" cy="1524001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1668517" y="3140700"/>
              <a:ext cx="7462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9.22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105400" y="5287327"/>
              <a:ext cx="23910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Smallest Distance: </a:t>
              </a:r>
              <a:r>
                <a:rPr lang="en-US" b="1" dirty="0">
                  <a:solidFill>
                    <a:srgbClr val="FF0000"/>
                  </a:solidFill>
                </a:rPr>
                <a:t>5.66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9231640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Example-2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152400" y="1219199"/>
            <a:ext cx="8763000" cy="5521317"/>
            <a:chOff x="152400" y="1219199"/>
            <a:chExt cx="8763000" cy="5521317"/>
          </a:xfrm>
        </p:grpSpPr>
        <p:pic>
          <p:nvPicPr>
            <p:cNvPr id="5" name="Picture 4" descr="Screen Clippi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400" y="1219199"/>
              <a:ext cx="8763000" cy="5521317"/>
            </a:xfrm>
            <a:prstGeom prst="rect">
              <a:avLst/>
            </a:prstGeom>
          </p:spPr>
        </p:pic>
        <p:cxnSp>
          <p:nvCxnSpPr>
            <p:cNvPr id="22" name="Straight Connector 21"/>
            <p:cNvCxnSpPr/>
            <p:nvPr/>
          </p:nvCxnSpPr>
          <p:spPr>
            <a:xfrm flipH="1">
              <a:off x="2041634" y="4572000"/>
              <a:ext cx="793533" cy="83820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1463566" y="4900760"/>
              <a:ext cx="7462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5.66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105400" y="5287327"/>
              <a:ext cx="23910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Smallest Distance: </a:t>
              </a:r>
              <a:r>
                <a:rPr lang="en-US" b="1" dirty="0">
                  <a:solidFill>
                    <a:srgbClr val="FF0000"/>
                  </a:solidFill>
                </a:rPr>
                <a:t>5.66</a:t>
              </a:r>
            </a:p>
          </p:txBody>
        </p:sp>
      </p:grpSp>
      <p:sp>
        <p:nvSpPr>
          <p:cNvPr id="2" name="Oval 1"/>
          <p:cNvSpPr/>
          <p:nvPr/>
        </p:nvSpPr>
        <p:spPr>
          <a:xfrm>
            <a:off x="1295400" y="4762500"/>
            <a:ext cx="1295400" cy="11811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5008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Example-2</a:t>
            </a:r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353782"/>
            <a:ext cx="8686800" cy="5359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35368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Example-2</a:t>
            </a:r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1965434" y="3918025"/>
            <a:ext cx="930166" cy="737038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272864" y="4438865"/>
            <a:ext cx="1066800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5.66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228600" y="1143000"/>
            <a:ext cx="8534400" cy="5635479"/>
            <a:chOff x="228600" y="1295400"/>
            <a:chExt cx="8534400" cy="5635479"/>
          </a:xfrm>
        </p:grpSpPr>
        <p:pic>
          <p:nvPicPr>
            <p:cNvPr id="5" name="Picture 4" descr="Screen Clippi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600" y="1295400"/>
              <a:ext cx="8534400" cy="5245250"/>
            </a:xfrm>
            <a:prstGeom prst="rect">
              <a:avLst/>
            </a:prstGeom>
          </p:spPr>
        </p:pic>
        <p:pic>
          <p:nvPicPr>
            <p:cNvPr id="13" name="Picture 12" descr="Screen Clippi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1379"/>
            <a:stretch/>
          </p:blipFill>
          <p:spPr>
            <a:xfrm>
              <a:off x="228600" y="6477000"/>
              <a:ext cx="8534400" cy="4538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6680391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Example-2</a:t>
            </a:r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81" y="1366838"/>
            <a:ext cx="8880638" cy="542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2756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Example-2</a:t>
            </a:r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305678"/>
            <a:ext cx="8392510" cy="5186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36440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Example-2</a:t>
            </a:r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0"/>
            <a:ext cx="87630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2153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Example-2</a:t>
            </a:r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481625"/>
            <a:ext cx="8686800" cy="530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44963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Example-2</a:t>
            </a:r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448513"/>
            <a:ext cx="8458200" cy="5257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03434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Example-2</a:t>
            </a:r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834" y="1371600"/>
            <a:ext cx="8626366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82408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Example-2</a:t>
            </a:r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447800"/>
            <a:ext cx="8458200" cy="5240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64164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Example-2</a:t>
            </a:r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505085"/>
            <a:ext cx="8382000" cy="504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04743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Example-2</a:t>
            </a:r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524000"/>
            <a:ext cx="8458200" cy="5073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70259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Example-2</a:t>
            </a:r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524000"/>
            <a:ext cx="8610600" cy="518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74442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Example-2</a:t>
            </a:r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603983"/>
            <a:ext cx="8534400" cy="5101617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>
            <a:off x="2819400" y="2514600"/>
            <a:ext cx="762000" cy="609600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2819400" y="2514600"/>
            <a:ext cx="1447800" cy="609600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2819400" y="2527738"/>
            <a:ext cx="762000" cy="1053662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401206" y="2329934"/>
            <a:ext cx="2456793" cy="3693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Call it </a:t>
            </a:r>
            <a:r>
              <a:rPr lang="en-US" b="1" dirty="0" err="1">
                <a:solidFill>
                  <a:schemeClr val="accent1"/>
                </a:solidFill>
              </a:rPr>
              <a:t>bestDistance</a:t>
            </a:r>
            <a:endParaRPr lang="en-US" b="1" dirty="0">
              <a:solidFill>
                <a:schemeClr val="accent1"/>
              </a:solidFill>
            </a:endParaRPr>
          </a:p>
        </p:txBody>
      </p:sp>
      <p:cxnSp>
        <p:nvCxnSpPr>
          <p:cNvPr id="11" name="Straight Arrow Connector 10"/>
          <p:cNvCxnSpPr>
            <a:endCxn id="10" idx="1"/>
          </p:cNvCxnSpPr>
          <p:nvPr/>
        </p:nvCxnSpPr>
        <p:spPr>
          <a:xfrm>
            <a:off x="2971800" y="2514600"/>
            <a:ext cx="1429406" cy="0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2718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Example-2</a:t>
            </a:r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524000"/>
            <a:ext cx="8458200" cy="5181600"/>
          </a:xfrm>
          <a:prstGeom prst="rect">
            <a:avLst/>
          </a:prstGeom>
        </p:spPr>
      </p:pic>
      <p:grpSp>
        <p:nvGrpSpPr>
          <p:cNvPr id="18" name="Group 17"/>
          <p:cNvGrpSpPr/>
          <p:nvPr/>
        </p:nvGrpSpPr>
        <p:grpSpPr>
          <a:xfrm>
            <a:off x="2794436" y="2575034"/>
            <a:ext cx="784334" cy="2575034"/>
            <a:chOff x="2794436" y="2575034"/>
            <a:chExt cx="784334" cy="2575034"/>
          </a:xfrm>
        </p:grpSpPr>
        <p:sp>
          <p:nvSpPr>
            <p:cNvPr id="4" name="Rectangle 3"/>
            <p:cNvSpPr/>
            <p:nvPr/>
          </p:nvSpPr>
          <p:spPr>
            <a:xfrm>
              <a:off x="3045370" y="2575034"/>
              <a:ext cx="533400" cy="228600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2794436" y="3733800"/>
              <a:ext cx="533400" cy="228600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2810202" y="4921468"/>
              <a:ext cx="533400" cy="228600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3343602" y="2498099"/>
            <a:ext cx="5419398" cy="2836635"/>
            <a:chOff x="3343602" y="2498099"/>
            <a:chExt cx="5419398" cy="2836635"/>
          </a:xfrm>
        </p:grpSpPr>
        <p:cxnSp>
          <p:nvCxnSpPr>
            <p:cNvPr id="8" name="Straight Arrow Connector 7"/>
            <p:cNvCxnSpPr>
              <a:stCxn id="4" idx="3"/>
            </p:cNvCxnSpPr>
            <p:nvPr/>
          </p:nvCxnSpPr>
          <p:spPr>
            <a:xfrm>
              <a:off x="3578770" y="2689334"/>
              <a:ext cx="2441030" cy="0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6053959" y="2498099"/>
              <a:ext cx="1947041" cy="369332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Replace it with S0</a:t>
              </a:r>
            </a:p>
          </p:txBody>
        </p:sp>
        <p:cxnSp>
          <p:nvCxnSpPr>
            <p:cNvPr id="10" name="Straight Arrow Connector 9"/>
            <p:cNvCxnSpPr/>
            <p:nvPr/>
          </p:nvCxnSpPr>
          <p:spPr>
            <a:xfrm flipV="1">
              <a:off x="3343602" y="3784303"/>
              <a:ext cx="3023039" cy="63797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6400800" y="3593068"/>
              <a:ext cx="2057400" cy="369332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Replace it with S1</a:t>
              </a:r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>
              <a:off x="3343602" y="5035768"/>
              <a:ext cx="3376450" cy="120869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6720052" y="4965402"/>
              <a:ext cx="2042948" cy="369332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Replace it with S2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4742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Example-2</a:t>
            </a:r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295400"/>
            <a:ext cx="86106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53230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Example-2</a:t>
            </a:r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483" y="1622486"/>
            <a:ext cx="8678917" cy="4930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669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12227</TotalTime>
  <Words>1942</Words>
  <Application>Microsoft Office PowerPoint</Application>
  <PresentationFormat>On-screen Show (4:3)</PresentationFormat>
  <Paragraphs>333</Paragraphs>
  <Slides>66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5" baseType="lpstr">
      <vt:lpstr>Arial</vt:lpstr>
      <vt:lpstr>Calibri</vt:lpstr>
      <vt:lpstr>Consolas</vt:lpstr>
      <vt:lpstr>Courier New</vt:lpstr>
      <vt:lpstr>Lucida Sans Typewriter</vt:lpstr>
      <vt:lpstr>Source Sans Pro</vt:lpstr>
      <vt:lpstr>Times New Roman</vt:lpstr>
      <vt:lpstr>var(--cds-font-family-source-sans-pro)</vt:lpstr>
      <vt:lpstr>Office Theme</vt:lpstr>
      <vt:lpstr>PowerPoint Presentation</vt:lpstr>
      <vt:lpstr>Computer Programming Languages</vt:lpstr>
      <vt:lpstr>Computer Basics</vt:lpstr>
      <vt:lpstr>Hardware and Memory</vt:lpstr>
      <vt:lpstr>Hardware and Memory</vt:lpstr>
      <vt:lpstr>Programming Languages</vt:lpstr>
      <vt:lpstr>PowerPoint Presentation</vt:lpstr>
      <vt:lpstr>Programming Paradigm </vt:lpstr>
      <vt:lpstr>PowerPoint Presentation</vt:lpstr>
      <vt:lpstr>Programming Paradigms</vt:lpstr>
      <vt:lpstr>Programming Paradigms</vt:lpstr>
      <vt:lpstr>Programming Paradigm</vt:lpstr>
      <vt:lpstr>Structured Programming</vt:lpstr>
      <vt:lpstr>Procedural Programming</vt:lpstr>
      <vt:lpstr>Example (C Language)</vt:lpstr>
      <vt:lpstr>Object Oriented Programming (OOP)</vt:lpstr>
      <vt:lpstr>Programming Paradigm </vt:lpstr>
      <vt:lpstr>Functional Programming (FP)</vt:lpstr>
      <vt:lpstr>Functional Programming (FP)</vt:lpstr>
      <vt:lpstr>First-class functions</vt:lpstr>
      <vt:lpstr>Higher-order functions</vt:lpstr>
      <vt:lpstr>Pure functions and side-effects</vt:lpstr>
      <vt:lpstr>FP-Example</vt:lpstr>
      <vt:lpstr>FP-Example</vt:lpstr>
      <vt:lpstr>Program Development</vt:lpstr>
      <vt:lpstr>Outline</vt:lpstr>
      <vt:lpstr>Programming: Plan First, Then Code</vt:lpstr>
      <vt:lpstr>An Overview of Seven Steps</vt:lpstr>
      <vt:lpstr>Algorithm</vt:lpstr>
      <vt:lpstr>Pseudocode</vt:lpstr>
      <vt:lpstr>Flowcharts</vt:lpstr>
      <vt:lpstr>Flow Chart – Raptor Example</vt:lpstr>
      <vt:lpstr>First Four Steps</vt:lpstr>
      <vt:lpstr>Example-1</vt:lpstr>
      <vt:lpstr>Example-1</vt:lpstr>
      <vt:lpstr>Example-1</vt:lpstr>
      <vt:lpstr>Example-1</vt:lpstr>
      <vt:lpstr>Example-1</vt:lpstr>
      <vt:lpstr>Example-1</vt:lpstr>
      <vt:lpstr>Example-1</vt:lpstr>
      <vt:lpstr>Example-2</vt:lpstr>
      <vt:lpstr>Example-2</vt:lpstr>
      <vt:lpstr>Example-2</vt:lpstr>
      <vt:lpstr>Example-2</vt:lpstr>
      <vt:lpstr>Example-2</vt:lpstr>
      <vt:lpstr>Example-2</vt:lpstr>
      <vt:lpstr>Example-2</vt:lpstr>
      <vt:lpstr>Example-2</vt:lpstr>
      <vt:lpstr>Example-2</vt:lpstr>
      <vt:lpstr>Example-2</vt:lpstr>
      <vt:lpstr>Example-2</vt:lpstr>
      <vt:lpstr>Example-2</vt:lpstr>
      <vt:lpstr>Example-2</vt:lpstr>
      <vt:lpstr>Example-2</vt:lpstr>
      <vt:lpstr>Example-2</vt:lpstr>
      <vt:lpstr>Example-2</vt:lpstr>
      <vt:lpstr>Example-2</vt:lpstr>
      <vt:lpstr>Example-2</vt:lpstr>
      <vt:lpstr>Example-2</vt:lpstr>
      <vt:lpstr>Example-2</vt:lpstr>
      <vt:lpstr>Example-2</vt:lpstr>
      <vt:lpstr>Example-2</vt:lpstr>
      <vt:lpstr>Example-2</vt:lpstr>
      <vt:lpstr>Example-2</vt:lpstr>
      <vt:lpstr>Example-2</vt:lpstr>
      <vt:lpstr>Example-2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Programming Languages</dc:title>
  <dc:creator>Rizwan</dc:creator>
  <cp:lastModifiedBy>Khurram Iqbal</cp:lastModifiedBy>
  <cp:revision>45</cp:revision>
  <dcterms:created xsi:type="dcterms:W3CDTF">2006-08-16T00:00:00Z</dcterms:created>
  <dcterms:modified xsi:type="dcterms:W3CDTF">2025-02-08T17:14:15Z</dcterms:modified>
</cp:coreProperties>
</file>