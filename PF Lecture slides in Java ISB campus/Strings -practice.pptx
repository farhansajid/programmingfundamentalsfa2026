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58" r:id="rId3"/>
    <p:sldId id="259" r:id="rId4"/>
    <p:sldId id="260" r:id="rId5"/>
    <p:sldId id="267" r:id="rId6"/>
    <p:sldId id="261" r:id="rId7"/>
    <p:sldId id="262" r:id="rId8"/>
    <p:sldId id="265" r:id="rId9"/>
    <p:sldId id="264" r:id="rId10"/>
    <p:sldId id="257" r:id="rId11"/>
    <p:sldId id="25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124F74-1016-4C01-99D1-4DB4B1BE38B7}" v="36" dt="2025-10-21T14:45:00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4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rram Iqbal" userId="af32904b-6c78-4cff-8330-5f3a20d540de" providerId="ADAL" clId="{66A0FA1A-D85E-4C58-8269-D269B26C7570}"/>
    <pc:docChg chg="undo custSel addSld modSld sldOrd">
      <pc:chgData name="Khurram Iqbal" userId="af32904b-6c78-4cff-8330-5f3a20d540de" providerId="ADAL" clId="{66A0FA1A-D85E-4C58-8269-D269B26C7570}" dt="2025-10-21T14:47:13.453" v="350" actId="20577"/>
      <pc:docMkLst>
        <pc:docMk/>
      </pc:docMkLst>
      <pc:sldChg chg="addSp delSp modSp mod ord">
        <pc:chgData name="Khurram Iqbal" userId="af32904b-6c78-4cff-8330-5f3a20d540de" providerId="ADAL" clId="{66A0FA1A-D85E-4C58-8269-D269B26C7570}" dt="2025-10-21T14:20:53.081" v="213"/>
        <pc:sldMkLst>
          <pc:docMk/>
          <pc:sldMk cId="3043521515" sldId="256"/>
        </pc:sldMkLst>
        <pc:spChg chg="del">
          <ac:chgData name="Khurram Iqbal" userId="af32904b-6c78-4cff-8330-5f3a20d540de" providerId="ADAL" clId="{66A0FA1A-D85E-4C58-8269-D269B26C7570}" dt="2025-10-21T14:09:58.106" v="184" actId="478"/>
          <ac:spMkLst>
            <pc:docMk/>
            <pc:sldMk cId="3043521515" sldId="256"/>
            <ac:spMk id="7" creationId="{3135293F-2B08-3A39-92FA-4A7E18900E4F}"/>
          </ac:spMkLst>
        </pc:spChg>
        <pc:graphicFrameChg chg="add del mod modGraphic">
          <ac:chgData name="Khurram Iqbal" userId="af32904b-6c78-4cff-8330-5f3a20d540de" providerId="ADAL" clId="{66A0FA1A-D85E-4C58-8269-D269B26C7570}" dt="2025-10-21T14:13:10.931" v="206" actId="3680"/>
          <ac:graphicFrameMkLst>
            <pc:docMk/>
            <pc:sldMk cId="3043521515" sldId="256"/>
            <ac:graphicFrameMk id="2" creationId="{E98053B1-A674-620B-DD9E-0B6505BD4191}"/>
          </ac:graphicFrameMkLst>
        </pc:graphicFrameChg>
        <pc:picChg chg="add del">
          <ac:chgData name="Khurram Iqbal" userId="af32904b-6c78-4cff-8330-5f3a20d540de" providerId="ADAL" clId="{66A0FA1A-D85E-4C58-8269-D269B26C7570}" dt="2025-10-21T14:13:08.590" v="201" actId="22"/>
          <ac:picMkLst>
            <pc:docMk/>
            <pc:sldMk cId="3043521515" sldId="256"/>
            <ac:picMk id="4" creationId="{6105CC9C-AA94-D832-DD94-3E3C3766C22A}"/>
          </ac:picMkLst>
        </pc:picChg>
        <pc:picChg chg="add mod">
          <ac:chgData name="Khurram Iqbal" userId="af32904b-6c78-4cff-8330-5f3a20d540de" providerId="ADAL" clId="{66A0FA1A-D85E-4C58-8269-D269B26C7570}" dt="2025-10-21T14:13:06.802" v="199" actId="1076"/>
          <ac:picMkLst>
            <pc:docMk/>
            <pc:sldMk cId="3043521515" sldId="256"/>
            <ac:picMk id="5" creationId="{6105CC9C-AA94-D832-DD94-3E3C3766C22A}"/>
          </ac:picMkLst>
        </pc:picChg>
        <pc:picChg chg="add mod">
          <ac:chgData name="Khurram Iqbal" userId="af32904b-6c78-4cff-8330-5f3a20d540de" providerId="ADAL" clId="{66A0FA1A-D85E-4C58-8269-D269B26C7570}" dt="2025-10-21T14:14:49.959" v="211" actId="14100"/>
          <ac:picMkLst>
            <pc:docMk/>
            <pc:sldMk cId="3043521515" sldId="256"/>
            <ac:picMk id="8" creationId="{5DAB9E6E-AD70-EBC7-F030-6BBC78186A96}"/>
          </ac:picMkLst>
        </pc:picChg>
      </pc:sldChg>
      <pc:sldChg chg="modSp mod ord">
        <pc:chgData name="Khurram Iqbal" userId="af32904b-6c78-4cff-8330-5f3a20d540de" providerId="ADAL" clId="{66A0FA1A-D85E-4C58-8269-D269B26C7570}" dt="2025-10-21T14:47:13.453" v="350" actId="20577"/>
        <pc:sldMkLst>
          <pc:docMk/>
          <pc:sldMk cId="1928872268" sldId="257"/>
        </pc:sldMkLst>
        <pc:spChg chg="mod">
          <ac:chgData name="Khurram Iqbal" userId="af32904b-6c78-4cff-8330-5f3a20d540de" providerId="ADAL" clId="{66A0FA1A-D85E-4C58-8269-D269B26C7570}" dt="2025-10-21T14:47:13.453" v="350" actId="20577"/>
          <ac:spMkLst>
            <pc:docMk/>
            <pc:sldMk cId="1928872268" sldId="257"/>
            <ac:spMk id="3" creationId="{027A5E5A-7D4A-F0D5-1D0F-0EF526BFAA48}"/>
          </ac:spMkLst>
        </pc:spChg>
        <pc:spChg chg="mod">
          <ac:chgData name="Khurram Iqbal" userId="af32904b-6c78-4cff-8330-5f3a20d540de" providerId="ADAL" clId="{66A0FA1A-D85E-4C58-8269-D269B26C7570}" dt="2025-10-21T14:09:45.817" v="181" actId="27636"/>
          <ac:spMkLst>
            <pc:docMk/>
            <pc:sldMk cId="1928872268" sldId="257"/>
            <ac:spMk id="5" creationId="{335470E4-9967-6149-3A1D-AE45C04112BC}"/>
          </ac:spMkLst>
        </pc:spChg>
      </pc:sldChg>
      <pc:sldChg chg="addSp modSp mod">
        <pc:chgData name="Khurram Iqbal" userId="af32904b-6c78-4cff-8330-5f3a20d540de" providerId="ADAL" clId="{66A0FA1A-D85E-4C58-8269-D269B26C7570}" dt="2025-10-21T14:22:58.594" v="244" actId="123"/>
        <pc:sldMkLst>
          <pc:docMk/>
          <pc:sldMk cId="2606445874" sldId="258"/>
        </pc:sldMkLst>
        <pc:spChg chg="mod">
          <ac:chgData name="Khurram Iqbal" userId="af32904b-6c78-4cff-8330-5f3a20d540de" providerId="ADAL" clId="{66A0FA1A-D85E-4C58-8269-D269B26C7570}" dt="2025-10-21T14:21:14.766" v="225" actId="20577"/>
          <ac:spMkLst>
            <pc:docMk/>
            <pc:sldMk cId="2606445874" sldId="258"/>
            <ac:spMk id="3" creationId="{F972A8FE-B1E1-2EAF-68F2-58D241623839}"/>
          </ac:spMkLst>
        </pc:spChg>
        <pc:spChg chg="add mod">
          <ac:chgData name="Khurram Iqbal" userId="af32904b-6c78-4cff-8330-5f3a20d540de" providerId="ADAL" clId="{66A0FA1A-D85E-4C58-8269-D269B26C7570}" dt="2025-10-21T14:22:58.594" v="244" actId="123"/>
          <ac:spMkLst>
            <pc:docMk/>
            <pc:sldMk cId="2606445874" sldId="258"/>
            <ac:spMk id="4" creationId="{C1DAC24A-936D-4F00-10C3-AA71BA559438}"/>
          </ac:spMkLst>
        </pc:spChg>
        <pc:spChg chg="mod">
          <ac:chgData name="Khurram Iqbal" userId="af32904b-6c78-4cff-8330-5f3a20d540de" providerId="ADAL" clId="{66A0FA1A-D85E-4C58-8269-D269B26C7570}" dt="2025-10-21T14:21:19.965" v="226" actId="20577"/>
          <ac:spMkLst>
            <pc:docMk/>
            <pc:sldMk cId="2606445874" sldId="258"/>
            <ac:spMk id="5" creationId="{A2B6ABEA-B97A-9D3F-50EF-0AF6BBF93CD2}"/>
          </ac:spMkLst>
        </pc:spChg>
        <pc:picChg chg="add mod">
          <ac:chgData name="Khurram Iqbal" userId="af32904b-6c78-4cff-8330-5f3a20d540de" providerId="ADAL" clId="{66A0FA1A-D85E-4C58-8269-D269B26C7570}" dt="2025-10-21T14:22:40.316" v="236" actId="1076"/>
          <ac:picMkLst>
            <pc:docMk/>
            <pc:sldMk cId="2606445874" sldId="258"/>
            <ac:picMk id="7" creationId="{15C50F00-8E89-FF9C-6D52-794DD7A921DE}"/>
          </ac:picMkLst>
        </pc:picChg>
      </pc:sldChg>
      <pc:sldChg chg="addSp delSp modSp mod">
        <pc:chgData name="Khurram Iqbal" userId="af32904b-6c78-4cff-8330-5f3a20d540de" providerId="ADAL" clId="{66A0FA1A-D85E-4C58-8269-D269B26C7570}" dt="2025-10-21T14:33:40.788" v="276" actId="14100"/>
        <pc:sldMkLst>
          <pc:docMk/>
          <pc:sldMk cId="802822841" sldId="259"/>
        </pc:sldMkLst>
        <pc:graphicFrameChg chg="del mod modGraphic">
          <ac:chgData name="Khurram Iqbal" userId="af32904b-6c78-4cff-8330-5f3a20d540de" providerId="ADAL" clId="{66A0FA1A-D85E-4C58-8269-D269B26C7570}" dt="2025-10-21T14:31:55.457" v="273" actId="478"/>
          <ac:graphicFrameMkLst>
            <pc:docMk/>
            <pc:sldMk cId="802822841" sldId="259"/>
            <ac:graphicFrameMk id="6" creationId="{A395ED99-A664-E9A3-6979-6B05F062F958}"/>
          </ac:graphicFrameMkLst>
        </pc:graphicFrameChg>
        <pc:picChg chg="add mod">
          <ac:chgData name="Khurram Iqbal" userId="af32904b-6c78-4cff-8330-5f3a20d540de" providerId="ADAL" clId="{66A0FA1A-D85E-4C58-8269-D269B26C7570}" dt="2025-10-21T14:33:40.788" v="276" actId="14100"/>
          <ac:picMkLst>
            <pc:docMk/>
            <pc:sldMk cId="802822841" sldId="259"/>
            <ac:picMk id="3" creationId="{0777C86D-3612-C3B1-E433-9762BCFF4D3F}"/>
          </ac:picMkLst>
        </pc:picChg>
      </pc:sldChg>
      <pc:sldChg chg="modSp mod">
        <pc:chgData name="Khurram Iqbal" userId="af32904b-6c78-4cff-8330-5f3a20d540de" providerId="ADAL" clId="{66A0FA1A-D85E-4C58-8269-D269B26C7570}" dt="2025-10-21T14:38:24.756" v="300" actId="20577"/>
        <pc:sldMkLst>
          <pc:docMk/>
          <pc:sldMk cId="986169267" sldId="260"/>
        </pc:sldMkLst>
        <pc:spChg chg="mod">
          <ac:chgData name="Khurram Iqbal" userId="af32904b-6c78-4cff-8330-5f3a20d540de" providerId="ADAL" clId="{66A0FA1A-D85E-4C58-8269-D269B26C7570}" dt="2025-10-21T14:37:58.044" v="291" actId="6549"/>
          <ac:spMkLst>
            <pc:docMk/>
            <pc:sldMk cId="986169267" sldId="260"/>
            <ac:spMk id="3" creationId="{9AF0B4F9-9FC7-CCD2-3E1E-DF343891B244}"/>
          </ac:spMkLst>
        </pc:spChg>
        <pc:spChg chg="mod">
          <ac:chgData name="Khurram Iqbal" userId="af32904b-6c78-4cff-8330-5f3a20d540de" providerId="ADAL" clId="{66A0FA1A-D85E-4C58-8269-D269B26C7570}" dt="2025-10-21T14:38:24.756" v="300" actId="20577"/>
          <ac:spMkLst>
            <pc:docMk/>
            <pc:sldMk cId="986169267" sldId="260"/>
            <ac:spMk id="5" creationId="{7854125A-0892-D274-9550-4B6CEBF71793}"/>
          </ac:spMkLst>
        </pc:spChg>
      </pc:sldChg>
      <pc:sldChg chg="addSp delSp modSp mod">
        <pc:chgData name="Khurram Iqbal" userId="af32904b-6c78-4cff-8330-5f3a20d540de" providerId="ADAL" clId="{66A0FA1A-D85E-4C58-8269-D269B26C7570}" dt="2025-10-21T14:46:59.292" v="346" actId="20577"/>
        <pc:sldMkLst>
          <pc:docMk/>
          <pc:sldMk cId="2302587071" sldId="261"/>
        </pc:sldMkLst>
        <pc:spChg chg="mod">
          <ac:chgData name="Khurram Iqbal" userId="af32904b-6c78-4cff-8330-5f3a20d540de" providerId="ADAL" clId="{66A0FA1A-D85E-4C58-8269-D269B26C7570}" dt="2025-10-21T14:46:59.292" v="346" actId="20577"/>
          <ac:spMkLst>
            <pc:docMk/>
            <pc:sldMk cId="2302587071" sldId="261"/>
            <ac:spMk id="3" creationId="{CF30079E-384C-B657-F23F-CA95F0667ADE}"/>
          </ac:spMkLst>
        </pc:spChg>
        <pc:spChg chg="del">
          <ac:chgData name="Khurram Iqbal" userId="af32904b-6c78-4cff-8330-5f3a20d540de" providerId="ADAL" clId="{66A0FA1A-D85E-4C58-8269-D269B26C7570}" dt="2025-10-21T14:41:40.775" v="322" actId="478"/>
          <ac:spMkLst>
            <pc:docMk/>
            <pc:sldMk cId="2302587071" sldId="261"/>
            <ac:spMk id="5" creationId="{17BE5D24-7A39-1057-F879-CC53B35F404F}"/>
          </ac:spMkLst>
        </pc:spChg>
        <pc:picChg chg="add mod">
          <ac:chgData name="Khurram Iqbal" userId="af32904b-6c78-4cff-8330-5f3a20d540de" providerId="ADAL" clId="{66A0FA1A-D85E-4C58-8269-D269B26C7570}" dt="2025-10-21T14:42:02.848" v="329" actId="14100"/>
          <ac:picMkLst>
            <pc:docMk/>
            <pc:sldMk cId="2302587071" sldId="261"/>
            <ac:picMk id="4" creationId="{CA77DDD3-03B1-0E18-322A-A0BC94246BFE}"/>
          </ac:picMkLst>
        </pc:picChg>
      </pc:sldChg>
      <pc:sldChg chg="modSp mod">
        <pc:chgData name="Khurram Iqbal" userId="af32904b-6c78-4cff-8330-5f3a20d540de" providerId="ADAL" clId="{66A0FA1A-D85E-4C58-8269-D269B26C7570}" dt="2025-10-21T14:45:39.906" v="341" actId="20577"/>
        <pc:sldMkLst>
          <pc:docMk/>
          <pc:sldMk cId="2745401231" sldId="262"/>
        </pc:sldMkLst>
        <pc:graphicFrameChg chg="mod modGraphic">
          <ac:chgData name="Khurram Iqbal" userId="af32904b-6c78-4cff-8330-5f3a20d540de" providerId="ADAL" clId="{66A0FA1A-D85E-4C58-8269-D269B26C7570}" dt="2025-10-21T14:45:39.906" v="341" actId="20577"/>
          <ac:graphicFrameMkLst>
            <pc:docMk/>
            <pc:sldMk cId="2745401231" sldId="262"/>
            <ac:graphicFrameMk id="6" creationId="{26B6654E-F936-2181-5C45-5A67DC3F3CE6}"/>
          </ac:graphicFrameMkLst>
        </pc:graphicFrameChg>
      </pc:sldChg>
      <pc:sldChg chg="modSp mod">
        <pc:chgData name="Khurram Iqbal" userId="af32904b-6c78-4cff-8330-5f3a20d540de" providerId="ADAL" clId="{66A0FA1A-D85E-4C58-8269-D269B26C7570}" dt="2025-10-21T14:47:05.496" v="348" actId="20577"/>
        <pc:sldMkLst>
          <pc:docMk/>
          <pc:sldMk cId="3237755022" sldId="265"/>
        </pc:sldMkLst>
        <pc:spChg chg="mod">
          <ac:chgData name="Khurram Iqbal" userId="af32904b-6c78-4cff-8330-5f3a20d540de" providerId="ADAL" clId="{66A0FA1A-D85E-4C58-8269-D269B26C7570}" dt="2025-10-21T14:47:05.496" v="348" actId="20577"/>
          <ac:spMkLst>
            <pc:docMk/>
            <pc:sldMk cId="3237755022" sldId="265"/>
            <ac:spMk id="3" creationId="{63BE4F56-9F1A-97B6-6846-05B2338B2F3D}"/>
          </ac:spMkLst>
        </pc:spChg>
      </pc:sldChg>
      <pc:sldChg chg="modSp">
        <pc:chgData name="Khurram Iqbal" userId="af32904b-6c78-4cff-8330-5f3a20d540de" providerId="ADAL" clId="{66A0FA1A-D85E-4C58-8269-D269B26C7570}" dt="2025-10-21T14:07:02.804" v="59" actId="20577"/>
        <pc:sldMkLst>
          <pc:docMk/>
          <pc:sldMk cId="1897967930" sldId="266"/>
        </pc:sldMkLst>
        <pc:spChg chg="mod">
          <ac:chgData name="Khurram Iqbal" userId="af32904b-6c78-4cff-8330-5f3a20d540de" providerId="ADAL" clId="{66A0FA1A-D85E-4C58-8269-D269B26C7570}" dt="2025-10-21T14:07:02.804" v="59" actId="20577"/>
          <ac:spMkLst>
            <pc:docMk/>
            <pc:sldMk cId="1897967930" sldId="266"/>
            <ac:spMk id="2" creationId="{00000000-0000-0000-0000-000000000000}"/>
          </ac:spMkLst>
        </pc:spChg>
      </pc:sldChg>
      <pc:sldChg chg="addSp modSp new mod">
        <pc:chgData name="Khurram Iqbal" userId="af32904b-6c78-4cff-8330-5f3a20d540de" providerId="ADAL" clId="{66A0FA1A-D85E-4C58-8269-D269B26C7570}" dt="2025-10-21T14:39:46.929" v="321" actId="20577"/>
        <pc:sldMkLst>
          <pc:docMk/>
          <pc:sldMk cId="3787633545" sldId="267"/>
        </pc:sldMkLst>
        <pc:graphicFrameChg chg="add mod modGraphic">
          <ac:chgData name="Khurram Iqbal" userId="af32904b-6c78-4cff-8330-5f3a20d540de" providerId="ADAL" clId="{66A0FA1A-D85E-4C58-8269-D269B26C7570}" dt="2025-10-21T14:39:46.929" v="321" actId="20577"/>
          <ac:graphicFrameMkLst>
            <pc:docMk/>
            <pc:sldMk cId="3787633545" sldId="267"/>
            <ac:graphicFrameMk id="2" creationId="{D977A1BA-6F2E-E91C-02FB-DAB597A36965}"/>
          </ac:graphicFrameMkLst>
        </pc:graphicFrameChg>
      </pc:sldChg>
    </pc:docChg>
  </pc:docChgLst>
  <pc:docChgLst>
    <pc:chgData name="Khurram Iqbal" userId="af32904b-6c78-4cff-8330-5f3a20d540de" providerId="ADAL" clId="{4F12D25D-CED2-44EA-8777-FBCB579E84BC}"/>
    <pc:docChg chg="undo redo custSel addSld delSld modSld sldOrd">
      <pc:chgData name="Khurram Iqbal" userId="af32904b-6c78-4cff-8330-5f3a20d540de" providerId="ADAL" clId="{4F12D25D-CED2-44EA-8777-FBCB579E84BC}" dt="2025-04-09T04:33:49.375" v="166" actId="14100"/>
      <pc:docMkLst>
        <pc:docMk/>
      </pc:docMkLst>
      <pc:sldChg chg="addSp delSp modSp mod setBg">
        <pc:chgData name="Khurram Iqbal" userId="af32904b-6c78-4cff-8330-5f3a20d540de" providerId="ADAL" clId="{4F12D25D-CED2-44EA-8777-FBCB579E84BC}" dt="2025-04-09T04:32:11.985" v="161" actId="26606"/>
        <pc:sldMkLst>
          <pc:docMk/>
          <pc:sldMk cId="3043521515" sldId="256"/>
        </pc:sldMkLst>
      </pc:sldChg>
      <pc:sldChg chg="addSp modSp mod setBg">
        <pc:chgData name="Khurram Iqbal" userId="af32904b-6c78-4cff-8330-5f3a20d540de" providerId="ADAL" clId="{4F12D25D-CED2-44EA-8777-FBCB579E84BC}" dt="2025-04-09T04:30:53.859" v="152" actId="26606"/>
        <pc:sldMkLst>
          <pc:docMk/>
          <pc:sldMk cId="1928872268" sldId="257"/>
        </pc:sldMkLst>
      </pc:sldChg>
      <pc:sldChg chg="addSp modSp mod setBg">
        <pc:chgData name="Khurram Iqbal" userId="af32904b-6c78-4cff-8330-5f3a20d540de" providerId="ADAL" clId="{4F12D25D-CED2-44EA-8777-FBCB579E84BC}" dt="2025-04-09T04:32:28.337" v="162" actId="26606"/>
        <pc:sldMkLst>
          <pc:docMk/>
          <pc:sldMk cId="2606445874" sldId="258"/>
        </pc:sldMkLst>
      </pc:sldChg>
      <pc:sldChg chg="modSp mod">
        <pc:chgData name="Khurram Iqbal" userId="af32904b-6c78-4cff-8330-5f3a20d540de" providerId="ADAL" clId="{4F12D25D-CED2-44EA-8777-FBCB579E84BC}" dt="2025-04-09T04:25:26.304" v="149" actId="403"/>
        <pc:sldMkLst>
          <pc:docMk/>
          <pc:sldMk cId="802822841" sldId="259"/>
        </pc:sldMkLst>
      </pc:sldChg>
      <pc:sldChg chg="addSp modSp mod setBg">
        <pc:chgData name="Khurram Iqbal" userId="af32904b-6c78-4cff-8330-5f3a20d540de" providerId="ADAL" clId="{4F12D25D-CED2-44EA-8777-FBCB579E84BC}" dt="2025-04-09T04:32:36.620" v="163" actId="26606"/>
        <pc:sldMkLst>
          <pc:docMk/>
          <pc:sldMk cId="986169267" sldId="260"/>
        </pc:sldMkLst>
      </pc:sldChg>
      <pc:sldChg chg="addSp modSp mod setBg">
        <pc:chgData name="Khurram Iqbal" userId="af32904b-6c78-4cff-8330-5f3a20d540de" providerId="ADAL" clId="{4F12D25D-CED2-44EA-8777-FBCB579E84BC}" dt="2025-04-09T04:32:50.477" v="164" actId="26606"/>
        <pc:sldMkLst>
          <pc:docMk/>
          <pc:sldMk cId="2302587071" sldId="261"/>
        </pc:sldMkLst>
      </pc:sldChg>
      <pc:sldChg chg="add del">
        <pc:chgData name="Khurram Iqbal" userId="af32904b-6c78-4cff-8330-5f3a20d540de" providerId="ADAL" clId="{4F12D25D-CED2-44EA-8777-FBCB579E84BC}" dt="2025-04-09T04:16:29.945" v="97" actId="47"/>
        <pc:sldMkLst>
          <pc:docMk/>
          <pc:sldMk cId="3424048630" sldId="263"/>
        </pc:sldMkLst>
      </pc:sldChg>
      <pc:sldChg chg="modSp add mod">
        <pc:chgData name="Khurram Iqbal" userId="af32904b-6c78-4cff-8330-5f3a20d540de" providerId="ADAL" clId="{4F12D25D-CED2-44EA-8777-FBCB579E84BC}" dt="2025-04-09T04:16:06.203" v="96" actId="20577"/>
        <pc:sldMkLst>
          <pc:docMk/>
          <pc:sldMk cId="2294041101" sldId="264"/>
        </pc:sldMkLst>
      </pc:sldChg>
      <pc:sldChg chg="addSp modSp add mod setBg">
        <pc:chgData name="Khurram Iqbal" userId="af32904b-6c78-4cff-8330-5f3a20d540de" providerId="ADAL" clId="{4F12D25D-CED2-44EA-8777-FBCB579E84BC}" dt="2025-04-09T04:33:49.375" v="166" actId="14100"/>
        <pc:sldMkLst>
          <pc:docMk/>
          <pc:sldMk cId="3237755022" sldId="265"/>
        </pc:sldMkLst>
      </pc:sldChg>
      <pc:sldChg chg="addSp delSp modSp add mod ord setBg addAnim delDesignElem">
        <pc:chgData name="Khurram Iqbal" userId="af32904b-6c78-4cff-8330-5f3a20d540de" providerId="ADAL" clId="{4F12D25D-CED2-44EA-8777-FBCB579E84BC}" dt="2025-04-09T04:31:04.459" v="157"/>
        <pc:sldMkLst>
          <pc:docMk/>
          <pc:sldMk cId="1897967930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143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20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45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952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02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30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241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91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11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325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83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25287-6761-4C01-98A4-4B553F55755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01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008993"/>
            <a:ext cx="6923558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0000" dirty="0"/>
              <a:t>Strings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4582814"/>
            <a:ext cx="5349252" cy="1312657"/>
          </a:xfrm>
        </p:spPr>
        <p:txBody>
          <a:bodyPr anchor="t">
            <a:normAutofit/>
          </a:bodyPr>
          <a:lstStyle/>
          <a:p>
            <a:pPr algn="l"/>
            <a:r>
              <a:rPr lang="en-US"/>
              <a:t>Instructor Khurram Iqbal</a:t>
            </a:r>
          </a:p>
        </p:txBody>
      </p:sp>
    </p:spTree>
    <p:extLst>
      <p:ext uri="{BB962C8B-B14F-4D97-AF65-F5344CB8AC3E}">
        <p14:creationId xmlns:p14="http://schemas.microsoft.com/office/powerpoint/2010/main" val="189796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447F47-D278-64F4-0095-B840AF0D2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72A8FE-B1E1-2EAF-68F2-58D241623839}"/>
              </a:ext>
            </a:extLst>
          </p:cNvPr>
          <p:cNvSpPr txBox="1"/>
          <p:nvPr/>
        </p:nvSpPr>
        <p:spPr>
          <a:xfrm>
            <a:off x="963930" y="1050595"/>
            <a:ext cx="6056111" cy="1618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defTabSz="91440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54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Exercise 1 – JAVA Strings &amp; Methods</a:t>
            </a:r>
            <a:endParaRPr lang="en-US" sz="54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B6ABEA-B97A-9D3F-50EF-0AF6BBF93CD2}"/>
              </a:ext>
            </a:extLst>
          </p:cNvPr>
          <p:cNvSpPr txBox="1"/>
          <p:nvPr/>
        </p:nvSpPr>
        <p:spPr>
          <a:xfrm>
            <a:off x="963930" y="2969469"/>
            <a:ext cx="6056111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1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DAC24A-936D-4F00-10C3-AA71BA559438}"/>
              </a:ext>
            </a:extLst>
          </p:cNvPr>
          <p:cNvSpPr txBox="1"/>
          <p:nvPr/>
        </p:nvSpPr>
        <p:spPr>
          <a:xfrm>
            <a:off x="963930" y="2496239"/>
            <a:ext cx="63087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baseline="0" dirty="0">
                <a:latin typeface="TimesLTPro-Roman"/>
              </a:rPr>
              <a:t>Write a program that prompts the user to enter a letter and check whether the letter is a vowel or consonant. For a nonletter input, display invalid input.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C50F00-8E89-FF9C-6D52-794DD7A92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30" y="3696568"/>
            <a:ext cx="3725898" cy="247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44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C210F-2A9C-89BE-E732-6B5464B53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77C86D-3612-C3B1-E433-9762BCFF4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888" y="191438"/>
            <a:ext cx="7155711" cy="662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22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55A2A8-42E5-D874-2199-14BCF3144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F0B4F9-9FC7-CCD2-3E1E-DF343891B244}"/>
              </a:ext>
            </a:extLst>
          </p:cNvPr>
          <p:cNvSpPr txBox="1"/>
          <p:nvPr/>
        </p:nvSpPr>
        <p:spPr>
          <a:xfrm>
            <a:off x="963930" y="1050595"/>
            <a:ext cx="6056111" cy="1618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defTabSz="91440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54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Exercise 2 –</a:t>
            </a:r>
            <a:endParaRPr lang="en-US" sz="54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54125A-0892-D274-9550-4B6CEBF71793}"/>
              </a:ext>
            </a:extLst>
          </p:cNvPr>
          <p:cNvSpPr txBox="1"/>
          <p:nvPr/>
        </p:nvSpPr>
        <p:spPr>
          <a:xfrm>
            <a:off x="963930" y="2969469"/>
            <a:ext cx="6056111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dirty="0"/>
              <a:t>Write a program that prompts the user to enter a letter grade A, B, C, D, or F and displays its corresponding numeric value 4, 3, 2, 1, or 0. </a:t>
            </a:r>
          </a:p>
          <a:p>
            <a:pPr algn="just"/>
            <a:r>
              <a:rPr lang="en-US" dirty="0"/>
              <a:t>For other input, display invalid grade.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986169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77A1BA-6F2E-E91C-02FB-DAB597A36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486700"/>
              </p:ext>
            </p:extLst>
          </p:nvPr>
        </p:nvGraphicFramePr>
        <p:xfrm>
          <a:off x="0" y="0"/>
          <a:ext cx="9144000" cy="7223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400207137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109213589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r>
                        <a:rPr lang="en-US" dirty="0"/>
                        <a:t>import </a:t>
                      </a:r>
                      <a:r>
                        <a:rPr lang="en-US" dirty="0" err="1"/>
                        <a:t>java.util.Scanner</a:t>
                      </a:r>
                      <a:r>
                        <a:rPr lang="en-US" dirty="0"/>
                        <a:t>;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public class </a:t>
                      </a:r>
                      <a:r>
                        <a:rPr lang="en-US" dirty="0" err="1"/>
                        <a:t>GradeToNumber</a:t>
                      </a:r>
                      <a:r>
                        <a:rPr lang="en-US" dirty="0"/>
                        <a:t> {</a:t>
                      </a:r>
                    </a:p>
                    <a:p>
                      <a:r>
                        <a:rPr lang="en-US" dirty="0"/>
                        <a:t>    public static void main(String[] </a:t>
                      </a:r>
                      <a:r>
                        <a:rPr lang="en-US" dirty="0" err="1"/>
                        <a:t>args</a:t>
                      </a:r>
                      <a:r>
                        <a:rPr lang="en-US" dirty="0"/>
                        <a:t>) {</a:t>
                      </a:r>
                    </a:p>
                    <a:p>
                      <a:r>
                        <a:rPr lang="en-US" dirty="0"/>
                        <a:t>        Scanner input = new Scanner(System.in);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        </a:t>
                      </a:r>
                      <a:r>
                        <a:rPr lang="en-US" dirty="0" err="1"/>
                        <a:t>System.out.print</a:t>
                      </a:r>
                      <a:r>
                        <a:rPr lang="en-US" dirty="0"/>
                        <a:t>("Enter a letter grade (A, B, C, D, or F): ");</a:t>
                      </a:r>
                    </a:p>
                    <a:p>
                      <a:r>
                        <a:rPr lang="en-US" dirty="0"/>
                        <a:t>        String grade = </a:t>
                      </a:r>
                      <a:r>
                        <a:rPr lang="en-US" dirty="0" err="1"/>
                        <a:t>input.nextLine</a:t>
                      </a:r>
                      <a:r>
                        <a:rPr lang="en-US" dirty="0"/>
                        <a:t>();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        // Convert input to uppercase</a:t>
                      </a:r>
                    </a:p>
                    <a:p>
                      <a:r>
                        <a:rPr lang="en-US" dirty="0"/>
                        <a:t>        grade = </a:t>
                      </a:r>
                      <a:r>
                        <a:rPr lang="en-US" dirty="0" err="1"/>
                        <a:t>grade.toUpperCase</a:t>
                      </a:r>
                      <a:r>
                        <a:rPr lang="en-US" dirty="0"/>
                        <a:t>();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        if (</a:t>
                      </a:r>
                      <a:r>
                        <a:rPr lang="en-US" dirty="0" err="1"/>
                        <a:t>grade.length</a:t>
                      </a:r>
                      <a:r>
                        <a:rPr lang="en-US" dirty="0"/>
                        <a:t>() == 1) {</a:t>
                      </a:r>
                    </a:p>
                    <a:p>
                      <a:r>
                        <a:rPr lang="en-US" dirty="0"/>
                        <a:t>            char g = </a:t>
                      </a:r>
                      <a:r>
                        <a:rPr lang="en-US" dirty="0" err="1"/>
                        <a:t>grade.charAt</a:t>
                      </a:r>
                      <a:r>
                        <a:rPr lang="en-US" dirty="0"/>
                        <a:t>(0);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               if (g == 'A') {</a:t>
                      </a:r>
                    </a:p>
                    <a:p>
                      <a:r>
                        <a:rPr lang="en-US" dirty="0"/>
                        <a:t>        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("The numeric value for grade A is 4.");</a:t>
                      </a:r>
                    </a:p>
                    <a:p>
                      <a:r>
                        <a:rPr lang="en-US" dirty="0"/>
                        <a:t>            } </a:t>
                      </a:r>
                    </a:p>
                    <a:p>
                      <a:r>
                        <a:rPr lang="en-US" dirty="0"/>
                        <a:t>            else if (g == 'B') {</a:t>
                      </a:r>
                    </a:p>
                    <a:p>
                      <a:r>
                        <a:rPr lang="en-US" dirty="0"/>
                        <a:t>        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("The numeric value for grade B is 3.");</a:t>
                      </a:r>
                    </a:p>
                    <a:p>
                      <a:r>
                        <a:rPr lang="en-US" dirty="0"/>
                        <a:t>            } </a:t>
                      </a:r>
                    </a:p>
                    <a:p>
                      <a:r>
                        <a:rPr lang="en-US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else if (g == 'C') {</a:t>
                      </a:r>
                    </a:p>
                    <a:p>
                      <a:r>
                        <a:rPr lang="en-US" dirty="0"/>
                        <a:t>        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("The numeric value for grade C is 2.");</a:t>
                      </a:r>
                    </a:p>
                    <a:p>
                      <a:r>
                        <a:rPr lang="en-US" dirty="0"/>
                        <a:t>            } </a:t>
                      </a:r>
                    </a:p>
                    <a:p>
                      <a:r>
                        <a:rPr lang="en-US" dirty="0"/>
                        <a:t>            else if (g == 'D') {</a:t>
                      </a:r>
                    </a:p>
                    <a:p>
                      <a:r>
                        <a:rPr lang="en-US" dirty="0"/>
                        <a:t>        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("The numeric value for grade D is 1.");</a:t>
                      </a:r>
                    </a:p>
                    <a:p>
                      <a:r>
                        <a:rPr lang="en-US" dirty="0"/>
                        <a:t>            } </a:t>
                      </a:r>
                    </a:p>
                    <a:p>
                      <a:r>
                        <a:rPr lang="en-US" dirty="0"/>
                        <a:t>            else if (g == 'F') {</a:t>
                      </a:r>
                    </a:p>
                    <a:p>
                      <a:r>
                        <a:rPr lang="en-US" dirty="0"/>
                        <a:t>        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("The numeric value for grade F is 0.");</a:t>
                      </a:r>
                    </a:p>
                    <a:p>
                      <a:r>
                        <a:rPr lang="en-US" dirty="0"/>
                        <a:t>            } </a:t>
                      </a:r>
                    </a:p>
                    <a:p>
                      <a:r>
                        <a:rPr lang="en-US" dirty="0"/>
                        <a:t>            else {</a:t>
                      </a:r>
                    </a:p>
                    <a:p>
                      <a:r>
                        <a:rPr lang="en-US" dirty="0"/>
                        <a:t>        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("Invalid grade.");</a:t>
                      </a:r>
                    </a:p>
                    <a:p>
                      <a:r>
                        <a:rPr lang="en-US" dirty="0"/>
                        <a:t>            }</a:t>
                      </a:r>
                    </a:p>
                    <a:p>
                      <a:r>
                        <a:rPr lang="en-US" dirty="0"/>
                        <a:t>        } else {</a:t>
                      </a:r>
                    </a:p>
                    <a:p>
                      <a:r>
                        <a:rPr lang="en-US" dirty="0"/>
                        <a:t>    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("Invalid grade.");</a:t>
                      </a:r>
                    </a:p>
                    <a:p>
                      <a:r>
                        <a:rPr lang="en-US" dirty="0"/>
                        <a:t>        }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        </a:t>
                      </a:r>
                      <a:r>
                        <a:rPr lang="en-US" dirty="0" err="1"/>
                        <a:t>input.close</a:t>
                      </a:r>
                      <a:r>
                        <a:rPr lang="en-US" dirty="0"/>
                        <a:t>();</a:t>
                      </a:r>
                    </a:p>
                    <a:p>
                      <a:r>
                        <a:rPr lang="en-US" dirty="0"/>
                        <a:t>    }</a:t>
                      </a:r>
                    </a:p>
                    <a:p>
                      <a:r>
                        <a:rPr lang="en-US" dirty="0"/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568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633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CFF436-FA8A-4E32-4163-3B0A9EC6F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0079E-384C-B657-F23F-CA95F0667ADE}"/>
              </a:ext>
            </a:extLst>
          </p:cNvPr>
          <p:cNvSpPr txBox="1"/>
          <p:nvPr/>
        </p:nvSpPr>
        <p:spPr>
          <a:xfrm>
            <a:off x="656065" y="596496"/>
            <a:ext cx="6056111" cy="1618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defTabSz="91440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54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Exercise </a:t>
            </a:r>
            <a:r>
              <a:rPr lang="en-US" sz="5400" b="1" dirty="0">
                <a:latin typeface="+mj-lt"/>
                <a:ea typeface="+mj-ea"/>
                <a:cs typeface="+mj-cs"/>
              </a:rPr>
              <a:t>3</a:t>
            </a:r>
            <a:endParaRPr lang="en-US" sz="54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77DDD3-03B1-0E18-322A-A0BC94246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65" y="2277731"/>
            <a:ext cx="6510279" cy="363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587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0A33B-F91E-07DB-E69F-E96E364AE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6B6654E-F936-2181-5C45-5A67DC3F3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477991"/>
              </p:ext>
            </p:extLst>
          </p:nvPr>
        </p:nvGraphicFramePr>
        <p:xfrm>
          <a:off x="58479" y="0"/>
          <a:ext cx="9027042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8972">
                  <a:extLst>
                    <a:ext uri="{9D8B030D-6E8A-4147-A177-3AD203B41FA5}">
                      <a16:colId xmlns:a16="http://schemas.microsoft.com/office/drawing/2014/main" val="3791379476"/>
                    </a:ext>
                  </a:extLst>
                </a:gridCol>
                <a:gridCol w="4758070">
                  <a:extLst>
                    <a:ext uri="{9D8B030D-6E8A-4147-A177-3AD203B41FA5}">
                      <a16:colId xmlns:a16="http://schemas.microsoft.com/office/drawing/2014/main" val="2875381792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import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java.util.Scanner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public class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LetterToNumber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{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public static void main(String[]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args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) {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Scanner input = new Scanner(System.in);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System.out.print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("Enter a letter: ");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String s =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input.nextLine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();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s =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s.toUpperCase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();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if (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s.length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() == 1 &amp;&amp;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Character.isLetter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s.charAt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(0))) {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char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s.charAt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(0);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int number = 0;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if (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&gt;= 'A' &amp;&amp;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&lt;= 'C')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    number = 2;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else if (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&gt;= 'D' &amp;&amp;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&lt;= 'F')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    number = 3;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else if (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&gt;= 'G' &amp;&amp;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&lt;= 'I')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    number = 4;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else if (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&gt;= 'J' &amp;&amp;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&lt;= 'L')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    number = 5;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else if (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&gt;= 'M' &amp;&amp;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&lt;= 'O')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    number = 6;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else if (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&gt;= 'P' &amp;&amp;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&lt;= 'S')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    number = 7;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else if (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&gt;= 'T' &amp;&amp;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&lt;= 'V')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    number = 8;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else if (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&gt;= 'W' &amp;&amp;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&lt;= 'Z')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    number = 9;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System.out.println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("The corresponding number is " + number);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} else {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System.out.println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("Invalid input.");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}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input.close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();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}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750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5401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50EE28-25CA-6FF9-8274-BEA7E2231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E4F56-9F1A-97B6-6846-05B2338B2F3D}"/>
              </a:ext>
            </a:extLst>
          </p:cNvPr>
          <p:cNvSpPr txBox="1"/>
          <p:nvPr/>
        </p:nvSpPr>
        <p:spPr>
          <a:xfrm>
            <a:off x="963930" y="1050595"/>
            <a:ext cx="6056111" cy="1618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defTabSz="91440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54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Exercise 4 – JAVA Methods</a:t>
            </a:r>
            <a:endParaRPr lang="en-US" sz="54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E3223E-234A-B0CE-2EBA-994B678BE39E}"/>
              </a:ext>
            </a:extLst>
          </p:cNvPr>
          <p:cNvSpPr txBox="1"/>
          <p:nvPr/>
        </p:nvSpPr>
        <p:spPr>
          <a:xfrm>
            <a:off x="963930" y="2969469"/>
            <a:ext cx="6553289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</a:rPr>
              <a:t>Write a Java method to count all vowels in a string. Here is sample run</a:t>
            </a:r>
          </a:p>
          <a:p>
            <a:pPr marL="0" marR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</a:rPr>
              <a:t>Enter a string: Welcome to Java</a:t>
            </a:r>
            <a:br>
              <a:rPr lang="en-US" sz="2100" dirty="0">
                <a:effectLst/>
              </a:rPr>
            </a:br>
            <a:endParaRPr lang="en-US" sz="2100" dirty="0">
              <a:effectLst/>
            </a:endParaRPr>
          </a:p>
          <a:p>
            <a:pPr marL="0" marR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</a:rPr>
              <a:t>Number of  Vowels in the string: 6</a:t>
            </a:r>
          </a:p>
        </p:txBody>
      </p:sp>
    </p:spTree>
    <p:extLst>
      <p:ext uri="{BB962C8B-B14F-4D97-AF65-F5344CB8AC3E}">
        <p14:creationId xmlns:p14="http://schemas.microsoft.com/office/powerpoint/2010/main" val="3237755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B8045-A04D-90DB-711A-B2A99074A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2AA5CE-F0F4-AE2A-B305-6C23968D0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035588"/>
              </p:ext>
            </p:extLst>
          </p:nvPr>
        </p:nvGraphicFramePr>
        <p:xfrm>
          <a:off x="58479" y="0"/>
          <a:ext cx="9027042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8972">
                  <a:extLst>
                    <a:ext uri="{9D8B030D-6E8A-4147-A177-3AD203B41FA5}">
                      <a16:colId xmlns:a16="http://schemas.microsoft.com/office/drawing/2014/main" val="3791379476"/>
                    </a:ext>
                  </a:extLst>
                </a:gridCol>
                <a:gridCol w="4758070">
                  <a:extLst>
                    <a:ext uri="{9D8B030D-6E8A-4147-A177-3AD203B41FA5}">
                      <a16:colId xmlns:a16="http://schemas.microsoft.com/office/drawing/2014/main" val="2875381792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import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java.util.Scanner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public class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VowelCounter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{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public static int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countVowels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(String str) {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int count = 0;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str =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str.toLowerCase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(); 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for (int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= 0;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&lt;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str.length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();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++) {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char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str.charAt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);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if (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== 'a' ||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== 'e' ||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== '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' ||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== 'o' ||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== 'u') {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    count++;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}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}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return count;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}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public static void main(String[]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args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) {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Scanner input = new Scanner(System.in);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String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userInput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int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vowelCount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;        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System.out.print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("Enter a string: ");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userInput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input.nextLine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();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vowelCount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countVowels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userInput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);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System.out.println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("Number of Vowels in the string: " +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vowelCount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);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}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750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4041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A5E5A-7D4A-F0D5-1D0F-0EF526BFAA48}"/>
              </a:ext>
            </a:extLst>
          </p:cNvPr>
          <p:cNvSpPr txBox="1"/>
          <p:nvPr/>
        </p:nvSpPr>
        <p:spPr>
          <a:xfrm>
            <a:off x="963930" y="1050595"/>
            <a:ext cx="6056111" cy="1618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54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Exercise-</a:t>
            </a:r>
            <a:r>
              <a:rPr lang="en-US" sz="5400" b="1" dirty="0">
                <a:latin typeface="+mj-lt"/>
                <a:ea typeface="+mj-ea"/>
                <a:cs typeface="+mj-cs"/>
              </a:rPr>
              <a:t>5</a:t>
            </a:r>
            <a:r>
              <a:rPr lang="en-US" sz="54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54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– L</a:t>
            </a:r>
            <a:r>
              <a:rPr lang="en-US" sz="5400" dirty="0"/>
              <a:t>ottery program </a:t>
            </a:r>
            <a:endParaRPr lang="en-US" sz="54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470E4-9967-6149-3A1D-AE45C04112BC}"/>
              </a:ext>
            </a:extLst>
          </p:cNvPr>
          <p:cNvSpPr txBox="1"/>
          <p:nvPr/>
        </p:nvSpPr>
        <p:spPr>
          <a:xfrm>
            <a:off x="963930" y="2669084"/>
            <a:ext cx="6787205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/>
          <a:p>
            <a:pPr algn="just"/>
            <a:r>
              <a:rPr lang="en-US" sz="2000" dirty="0"/>
              <a:t>First the program generates a random two-digit number, prompts the user to enter a two-digit number, and determines whether the user wins according  to the following rule:</a:t>
            </a:r>
          </a:p>
          <a:p>
            <a:pPr algn="just"/>
            <a:r>
              <a:rPr lang="en-US" sz="2000" dirty="0"/>
              <a:t>1. If the user input matches the lottery number in the exact order, the award is $10,000.</a:t>
            </a:r>
          </a:p>
          <a:p>
            <a:pPr algn="just"/>
            <a:r>
              <a:rPr lang="en-US" sz="2000" dirty="0"/>
              <a:t>2. If all the digits in the user input match all the digits in the lottery number, the award is $3,000.</a:t>
            </a:r>
          </a:p>
          <a:p>
            <a:pPr algn="just"/>
            <a:r>
              <a:rPr lang="en-US" sz="2000" dirty="0"/>
              <a:t>3. If one digit in the user input matches a digit in the lottery number, the award is $1,000.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28872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AB9E6E-AD70-EBC7-F030-6BBC78186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805" y="19038"/>
            <a:ext cx="6570921" cy="681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521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</TotalTime>
  <Words>970</Words>
  <Application>Microsoft Office PowerPoint</Application>
  <PresentationFormat>On-screen Show (4:3)</PresentationFormat>
  <Paragraphs>135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TimesLTPro-Roman</vt:lpstr>
      <vt:lpstr>Office Theme</vt:lpstr>
      <vt:lpstr>Strings in Java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Khurram Iqbal</dc:creator>
  <cp:lastModifiedBy>Khurram Iqbal</cp:lastModifiedBy>
  <cp:revision>1</cp:revision>
  <dcterms:created xsi:type="dcterms:W3CDTF">2025-04-09T03:46:22Z</dcterms:created>
  <dcterms:modified xsi:type="dcterms:W3CDTF">2025-10-21T14:47:15Z</dcterms:modified>
</cp:coreProperties>
</file>