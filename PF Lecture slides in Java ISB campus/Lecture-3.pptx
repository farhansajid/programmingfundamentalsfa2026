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444" r:id="rId2"/>
    <p:sldId id="257" r:id="rId3"/>
    <p:sldId id="304" r:id="rId4"/>
    <p:sldId id="264" r:id="rId5"/>
    <p:sldId id="269" r:id="rId6"/>
    <p:sldId id="270" r:id="rId7"/>
    <p:sldId id="271" r:id="rId8"/>
    <p:sldId id="272" r:id="rId9"/>
    <p:sldId id="273" r:id="rId10"/>
    <p:sldId id="307" r:id="rId11"/>
    <p:sldId id="305" r:id="rId12"/>
    <p:sldId id="306" r:id="rId13"/>
    <p:sldId id="274" r:id="rId14"/>
    <p:sldId id="298" r:id="rId15"/>
    <p:sldId id="299" r:id="rId16"/>
    <p:sldId id="282" r:id="rId17"/>
    <p:sldId id="283" r:id="rId18"/>
    <p:sldId id="300" r:id="rId19"/>
    <p:sldId id="301" r:id="rId20"/>
    <p:sldId id="285" r:id="rId21"/>
    <p:sldId id="286" r:id="rId22"/>
    <p:sldId id="291" r:id="rId23"/>
    <p:sldId id="294" r:id="rId24"/>
    <p:sldId id="295" r:id="rId25"/>
    <p:sldId id="296" r:id="rId26"/>
    <p:sldId id="308" r:id="rId27"/>
    <p:sldId id="445" r:id="rId28"/>
    <p:sldId id="446" r:id="rId29"/>
    <p:sldId id="292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46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presProps" Target="pres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microsoft.com/office/2016/11/relationships/changesInfo" Target="changesInfos/changesInfo1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notesMaster" Target="notesMasters/notesMaster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tableStyles" Target="tableStyles.xml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urram Iqbal" userId="af32904b-6c78-4cff-8330-5f3a20d540de" providerId="ADAL" clId="{62F9619A-A9CE-3C56-92E5-71DE8363BE1A}"/>
    <pc:docChg chg="modSld">
      <pc:chgData name="Khurram Iqbal" userId="af32904b-6c78-4cff-8330-5f3a20d540de" providerId="ADAL" clId="{62F9619A-A9CE-3C56-92E5-71DE8363BE1A}" dt="2026-02-26T17:17:47.029" v="14" actId="20577"/>
      <pc:docMkLst>
        <pc:docMk/>
      </pc:docMkLst>
      <pc:sldChg chg="modSp mod">
        <pc:chgData name="Khurram Iqbal" userId="af32904b-6c78-4cff-8330-5f3a20d540de" providerId="ADAL" clId="{62F9619A-A9CE-3C56-92E5-71DE8363BE1A}" dt="2026-02-26T17:17:47.029" v="14" actId="20577"/>
        <pc:sldMkLst>
          <pc:docMk/>
          <pc:sldMk cId="890791604" sldId="269"/>
        </pc:sldMkLst>
        <pc:spChg chg="mod">
          <ac:chgData name="Khurram Iqbal" userId="af32904b-6c78-4cff-8330-5f3a20d540de" providerId="ADAL" clId="{62F9619A-A9CE-3C56-92E5-71DE8363BE1A}" dt="2026-02-26T17:17:47.029" v="14" actId="20577"/>
          <ac:spMkLst>
            <pc:docMk/>
            <pc:sldMk cId="890791604" sldId="269"/>
            <ac:spMk id="105475" creationId="{00000000-0000-0000-0000-000000000000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 /><Relationship Id="rId13" Type="http://schemas.openxmlformats.org/officeDocument/2006/relationships/image" Target="../media/image18.png" /><Relationship Id="rId3" Type="http://schemas.openxmlformats.org/officeDocument/2006/relationships/image" Target="../media/image8.png" /><Relationship Id="rId7" Type="http://schemas.openxmlformats.org/officeDocument/2006/relationships/image" Target="../media/image12.png" /><Relationship Id="rId12" Type="http://schemas.openxmlformats.org/officeDocument/2006/relationships/image" Target="../media/image17.svg" /><Relationship Id="rId2" Type="http://schemas.openxmlformats.org/officeDocument/2006/relationships/image" Target="../media/image7.svg" /><Relationship Id="rId1" Type="http://schemas.openxmlformats.org/officeDocument/2006/relationships/image" Target="../media/image6.png" /><Relationship Id="rId6" Type="http://schemas.openxmlformats.org/officeDocument/2006/relationships/image" Target="../media/image11.svg" /><Relationship Id="rId11" Type="http://schemas.openxmlformats.org/officeDocument/2006/relationships/image" Target="../media/image16.png" /><Relationship Id="rId5" Type="http://schemas.openxmlformats.org/officeDocument/2006/relationships/image" Target="../media/image10.png" /><Relationship Id="rId10" Type="http://schemas.openxmlformats.org/officeDocument/2006/relationships/image" Target="../media/image15.svg" /><Relationship Id="rId4" Type="http://schemas.openxmlformats.org/officeDocument/2006/relationships/image" Target="../media/image9.svg" /><Relationship Id="rId9" Type="http://schemas.openxmlformats.org/officeDocument/2006/relationships/image" Target="../media/image14.png" /><Relationship Id="rId14" Type="http://schemas.openxmlformats.org/officeDocument/2006/relationships/image" Target="../media/image19.svg" 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 /><Relationship Id="rId3" Type="http://schemas.openxmlformats.org/officeDocument/2006/relationships/image" Target="../media/image22.png" /><Relationship Id="rId7" Type="http://schemas.openxmlformats.org/officeDocument/2006/relationships/image" Target="../media/image26.png" /><Relationship Id="rId2" Type="http://schemas.openxmlformats.org/officeDocument/2006/relationships/image" Target="../media/image21.svg" /><Relationship Id="rId1" Type="http://schemas.openxmlformats.org/officeDocument/2006/relationships/image" Target="../media/image20.png" /><Relationship Id="rId6" Type="http://schemas.openxmlformats.org/officeDocument/2006/relationships/image" Target="../media/image25.svg" /><Relationship Id="rId5" Type="http://schemas.openxmlformats.org/officeDocument/2006/relationships/image" Target="../media/image24.png" /><Relationship Id="rId10" Type="http://schemas.openxmlformats.org/officeDocument/2006/relationships/image" Target="../media/image29.svg" /><Relationship Id="rId4" Type="http://schemas.openxmlformats.org/officeDocument/2006/relationships/image" Target="../media/image23.svg" /><Relationship Id="rId9" Type="http://schemas.openxmlformats.org/officeDocument/2006/relationships/image" Target="../media/image28.png" 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 /><Relationship Id="rId13" Type="http://schemas.openxmlformats.org/officeDocument/2006/relationships/image" Target="../media/image18.png" /><Relationship Id="rId3" Type="http://schemas.openxmlformats.org/officeDocument/2006/relationships/image" Target="../media/image8.png" /><Relationship Id="rId7" Type="http://schemas.openxmlformats.org/officeDocument/2006/relationships/image" Target="../media/image12.png" /><Relationship Id="rId12" Type="http://schemas.openxmlformats.org/officeDocument/2006/relationships/image" Target="../media/image17.svg" /><Relationship Id="rId2" Type="http://schemas.openxmlformats.org/officeDocument/2006/relationships/image" Target="../media/image7.svg" /><Relationship Id="rId1" Type="http://schemas.openxmlformats.org/officeDocument/2006/relationships/image" Target="../media/image6.png" /><Relationship Id="rId6" Type="http://schemas.openxmlformats.org/officeDocument/2006/relationships/image" Target="../media/image11.svg" /><Relationship Id="rId11" Type="http://schemas.openxmlformats.org/officeDocument/2006/relationships/image" Target="../media/image16.png" /><Relationship Id="rId5" Type="http://schemas.openxmlformats.org/officeDocument/2006/relationships/image" Target="../media/image10.png" /><Relationship Id="rId10" Type="http://schemas.openxmlformats.org/officeDocument/2006/relationships/image" Target="../media/image15.svg" /><Relationship Id="rId4" Type="http://schemas.openxmlformats.org/officeDocument/2006/relationships/image" Target="../media/image9.svg" /><Relationship Id="rId9" Type="http://schemas.openxmlformats.org/officeDocument/2006/relationships/image" Target="../media/image14.png" /><Relationship Id="rId14" Type="http://schemas.openxmlformats.org/officeDocument/2006/relationships/image" Target="../media/image19.svg" 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 /><Relationship Id="rId3" Type="http://schemas.openxmlformats.org/officeDocument/2006/relationships/image" Target="../media/image22.png" /><Relationship Id="rId7" Type="http://schemas.openxmlformats.org/officeDocument/2006/relationships/image" Target="../media/image26.png" /><Relationship Id="rId2" Type="http://schemas.openxmlformats.org/officeDocument/2006/relationships/image" Target="../media/image21.svg" /><Relationship Id="rId1" Type="http://schemas.openxmlformats.org/officeDocument/2006/relationships/image" Target="../media/image20.png" /><Relationship Id="rId6" Type="http://schemas.openxmlformats.org/officeDocument/2006/relationships/image" Target="../media/image25.svg" /><Relationship Id="rId5" Type="http://schemas.openxmlformats.org/officeDocument/2006/relationships/image" Target="../media/image24.png" /><Relationship Id="rId10" Type="http://schemas.openxmlformats.org/officeDocument/2006/relationships/image" Target="../media/image29.svg" /><Relationship Id="rId4" Type="http://schemas.openxmlformats.org/officeDocument/2006/relationships/image" Target="../media/image23.svg" /><Relationship Id="rId9" Type="http://schemas.openxmlformats.org/officeDocument/2006/relationships/image" Target="../media/image28.png" 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9505A4-43DA-4126-A72D-61D4930D495D}" type="doc">
      <dgm:prSet loTypeId="urn:microsoft.com/office/officeart/2005/8/layout/vList5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3412EB7-B940-43D4-98B6-8A7BD60D3193}">
      <dgm:prSet/>
      <dgm:spPr/>
      <dgm:t>
        <a:bodyPr/>
        <a:lstStyle/>
        <a:p>
          <a:r>
            <a:rPr lang="en-US"/>
            <a:t>Computer Program</a:t>
          </a:r>
        </a:p>
      </dgm:t>
    </dgm:pt>
    <dgm:pt modelId="{A2BFE8E2-77A3-48D4-B4B5-A71C21023302}" type="parTrans" cxnId="{95713DED-56F3-4901-BD62-5FBA91227CA7}">
      <dgm:prSet/>
      <dgm:spPr/>
      <dgm:t>
        <a:bodyPr/>
        <a:lstStyle/>
        <a:p>
          <a:endParaRPr lang="en-US"/>
        </a:p>
      </dgm:t>
    </dgm:pt>
    <dgm:pt modelId="{275CC392-35D2-4C0C-96F2-403FB81CEC85}" type="sibTrans" cxnId="{95713DED-56F3-4901-BD62-5FBA91227CA7}">
      <dgm:prSet/>
      <dgm:spPr/>
      <dgm:t>
        <a:bodyPr/>
        <a:lstStyle/>
        <a:p>
          <a:endParaRPr lang="en-US"/>
        </a:p>
      </dgm:t>
    </dgm:pt>
    <dgm:pt modelId="{4566D750-44ED-4A55-9D5D-3CBC9BD2E858}">
      <dgm:prSet/>
      <dgm:spPr/>
      <dgm:t>
        <a:bodyPr/>
        <a:lstStyle/>
        <a:p>
          <a:r>
            <a:rPr lang="en-US"/>
            <a:t>Sequence of statements intended to accomplish a task</a:t>
          </a:r>
        </a:p>
      </dgm:t>
    </dgm:pt>
    <dgm:pt modelId="{3344B8CE-C768-4A69-A10D-5787ED22C682}" type="parTrans" cxnId="{E25EB94E-1CF2-48D9-ADC2-9FA9FAC6B773}">
      <dgm:prSet/>
      <dgm:spPr/>
      <dgm:t>
        <a:bodyPr/>
        <a:lstStyle/>
        <a:p>
          <a:endParaRPr lang="en-US"/>
        </a:p>
      </dgm:t>
    </dgm:pt>
    <dgm:pt modelId="{413DEF97-A7DA-4860-9CD4-13E264F30AA0}" type="sibTrans" cxnId="{E25EB94E-1CF2-48D9-ADC2-9FA9FAC6B773}">
      <dgm:prSet/>
      <dgm:spPr/>
      <dgm:t>
        <a:bodyPr/>
        <a:lstStyle/>
        <a:p>
          <a:endParaRPr lang="en-US"/>
        </a:p>
      </dgm:t>
    </dgm:pt>
    <dgm:pt modelId="{753B1AA1-3A8B-4896-A362-98321BFBD2C1}">
      <dgm:prSet/>
      <dgm:spPr/>
      <dgm:t>
        <a:bodyPr/>
        <a:lstStyle/>
        <a:p>
          <a:r>
            <a:rPr lang="en-US"/>
            <a:t>Programming </a:t>
          </a:r>
        </a:p>
      </dgm:t>
    </dgm:pt>
    <dgm:pt modelId="{D23B326F-3DE7-414C-8271-8D9C84026925}" type="parTrans" cxnId="{3C7CAB69-E4C7-4E02-95D9-C655F6D513E4}">
      <dgm:prSet/>
      <dgm:spPr/>
      <dgm:t>
        <a:bodyPr/>
        <a:lstStyle/>
        <a:p>
          <a:endParaRPr lang="en-US"/>
        </a:p>
      </dgm:t>
    </dgm:pt>
    <dgm:pt modelId="{199136C2-2952-42C4-9FB5-02F0F4FA71EE}" type="sibTrans" cxnId="{3C7CAB69-E4C7-4E02-95D9-C655F6D513E4}">
      <dgm:prSet/>
      <dgm:spPr/>
      <dgm:t>
        <a:bodyPr/>
        <a:lstStyle/>
        <a:p>
          <a:endParaRPr lang="en-US"/>
        </a:p>
      </dgm:t>
    </dgm:pt>
    <dgm:pt modelId="{A3B48F54-7EA7-466F-87C6-B536AF8A1434}">
      <dgm:prSet/>
      <dgm:spPr/>
      <dgm:t>
        <a:bodyPr/>
        <a:lstStyle/>
        <a:p>
          <a:r>
            <a:rPr lang="en-US"/>
            <a:t>A process of planning and creating a program</a:t>
          </a:r>
        </a:p>
      </dgm:t>
    </dgm:pt>
    <dgm:pt modelId="{1A584EF7-2CA6-4D39-88B4-DE3187783F3F}" type="parTrans" cxnId="{C8EBA5AA-7374-41A3-AC27-8F7E5DAE68C2}">
      <dgm:prSet/>
      <dgm:spPr/>
      <dgm:t>
        <a:bodyPr/>
        <a:lstStyle/>
        <a:p>
          <a:endParaRPr lang="en-US"/>
        </a:p>
      </dgm:t>
    </dgm:pt>
    <dgm:pt modelId="{9D3403E0-CEAD-4449-AEB4-72426DFDA196}" type="sibTrans" cxnId="{C8EBA5AA-7374-41A3-AC27-8F7E5DAE68C2}">
      <dgm:prSet/>
      <dgm:spPr/>
      <dgm:t>
        <a:bodyPr/>
        <a:lstStyle/>
        <a:p>
          <a:endParaRPr lang="en-US"/>
        </a:p>
      </dgm:t>
    </dgm:pt>
    <dgm:pt modelId="{44882CDB-9AEC-426E-B928-D4A8F43A93F5}">
      <dgm:prSet/>
      <dgm:spPr/>
      <dgm:t>
        <a:bodyPr/>
        <a:lstStyle/>
        <a:p>
          <a:r>
            <a:rPr lang="en-US"/>
            <a:t>Programming language</a:t>
          </a:r>
        </a:p>
      </dgm:t>
    </dgm:pt>
    <dgm:pt modelId="{BB353362-4321-416B-8564-CC766DDDA951}" type="parTrans" cxnId="{9096D04B-9CE3-4CBF-8F23-596385734CFB}">
      <dgm:prSet/>
      <dgm:spPr/>
      <dgm:t>
        <a:bodyPr/>
        <a:lstStyle/>
        <a:p>
          <a:endParaRPr lang="en-US"/>
        </a:p>
      </dgm:t>
    </dgm:pt>
    <dgm:pt modelId="{CF6435B9-C102-4D42-99FA-B78B269D2164}" type="sibTrans" cxnId="{9096D04B-9CE3-4CBF-8F23-596385734CFB}">
      <dgm:prSet/>
      <dgm:spPr/>
      <dgm:t>
        <a:bodyPr/>
        <a:lstStyle/>
        <a:p>
          <a:endParaRPr lang="en-US"/>
        </a:p>
      </dgm:t>
    </dgm:pt>
    <dgm:pt modelId="{F347859A-AFFE-4DC4-A00B-533325D0426D}">
      <dgm:prSet/>
      <dgm:spPr/>
      <dgm:t>
        <a:bodyPr/>
        <a:lstStyle/>
        <a:p>
          <a:r>
            <a:rPr lang="en-US"/>
            <a:t>A set of rules, symbols, and special words used to construct programs</a:t>
          </a:r>
        </a:p>
      </dgm:t>
    </dgm:pt>
    <dgm:pt modelId="{24892546-4F3F-4290-910F-B92D975ED222}" type="parTrans" cxnId="{9558AE26-C0A0-4612-B3AB-93119C72A9AE}">
      <dgm:prSet/>
      <dgm:spPr/>
      <dgm:t>
        <a:bodyPr/>
        <a:lstStyle/>
        <a:p>
          <a:endParaRPr lang="en-US"/>
        </a:p>
      </dgm:t>
    </dgm:pt>
    <dgm:pt modelId="{55A67C70-3CCC-4907-AE3D-15CD3606A614}" type="sibTrans" cxnId="{9558AE26-C0A0-4612-B3AB-93119C72A9AE}">
      <dgm:prSet/>
      <dgm:spPr/>
      <dgm:t>
        <a:bodyPr/>
        <a:lstStyle/>
        <a:p>
          <a:endParaRPr lang="en-US"/>
        </a:p>
      </dgm:t>
    </dgm:pt>
    <dgm:pt modelId="{FF979E0B-9F82-4375-97A7-F517451C58B8}">
      <dgm:prSet/>
      <dgm:spPr/>
      <dgm:t>
        <a:bodyPr/>
        <a:lstStyle/>
        <a:p>
          <a:r>
            <a:rPr lang="en-US"/>
            <a:t>Syntax rules </a:t>
          </a:r>
        </a:p>
      </dgm:t>
    </dgm:pt>
    <dgm:pt modelId="{0321CB78-2C57-4CE0-9DC5-D7D1B4AA795C}" type="parTrans" cxnId="{DFA8F427-D2B2-440A-8A05-0DF0BF17D4C4}">
      <dgm:prSet/>
      <dgm:spPr/>
      <dgm:t>
        <a:bodyPr/>
        <a:lstStyle/>
        <a:p>
          <a:endParaRPr lang="en-US"/>
        </a:p>
      </dgm:t>
    </dgm:pt>
    <dgm:pt modelId="{4A60401F-1D3B-498C-BFF5-E7A3144ED1A9}" type="sibTrans" cxnId="{DFA8F427-D2B2-440A-8A05-0DF0BF17D4C4}">
      <dgm:prSet/>
      <dgm:spPr/>
      <dgm:t>
        <a:bodyPr/>
        <a:lstStyle/>
        <a:p>
          <a:endParaRPr lang="en-US"/>
        </a:p>
      </dgm:t>
    </dgm:pt>
    <dgm:pt modelId="{BF3002AD-AFF8-4A92-9057-CEF504361174}">
      <dgm:prSet/>
      <dgm:spPr/>
      <dgm:t>
        <a:bodyPr/>
        <a:lstStyle/>
        <a:p>
          <a:r>
            <a:rPr lang="en-US"/>
            <a:t>Which statements (instructions) are legal, or accepted by the programming language, and which are not</a:t>
          </a:r>
        </a:p>
      </dgm:t>
    </dgm:pt>
    <dgm:pt modelId="{2721152B-FF99-49A5-8309-504B0BB1B6C2}" type="parTrans" cxnId="{C17096B4-FE74-45A2-AE5D-90FD89DBF734}">
      <dgm:prSet/>
      <dgm:spPr/>
      <dgm:t>
        <a:bodyPr/>
        <a:lstStyle/>
        <a:p>
          <a:endParaRPr lang="en-US"/>
        </a:p>
      </dgm:t>
    </dgm:pt>
    <dgm:pt modelId="{05EB180E-45D1-4F08-9AFD-B80BD0339A28}" type="sibTrans" cxnId="{C17096B4-FE74-45A2-AE5D-90FD89DBF734}">
      <dgm:prSet/>
      <dgm:spPr/>
      <dgm:t>
        <a:bodyPr/>
        <a:lstStyle/>
        <a:p>
          <a:endParaRPr lang="en-US"/>
        </a:p>
      </dgm:t>
    </dgm:pt>
    <dgm:pt modelId="{1F061B26-03AC-4DC9-A32E-8721BCFC74A0}">
      <dgm:prSet/>
      <dgm:spPr/>
      <dgm:t>
        <a:bodyPr/>
        <a:lstStyle/>
        <a:p>
          <a:r>
            <a:rPr lang="en-US"/>
            <a:t>Semantic rules</a:t>
          </a:r>
        </a:p>
      </dgm:t>
    </dgm:pt>
    <dgm:pt modelId="{DA8CEFAE-02C7-4E51-95EB-67E245E72847}" type="parTrans" cxnId="{E594C17E-371D-44D2-B355-E71B2C279733}">
      <dgm:prSet/>
      <dgm:spPr/>
      <dgm:t>
        <a:bodyPr/>
        <a:lstStyle/>
        <a:p>
          <a:endParaRPr lang="en-US"/>
        </a:p>
      </dgm:t>
    </dgm:pt>
    <dgm:pt modelId="{8335F045-81BE-44E7-907B-A19D535F398E}" type="sibTrans" cxnId="{E594C17E-371D-44D2-B355-E71B2C279733}">
      <dgm:prSet/>
      <dgm:spPr/>
      <dgm:t>
        <a:bodyPr/>
        <a:lstStyle/>
        <a:p>
          <a:endParaRPr lang="en-US"/>
        </a:p>
      </dgm:t>
    </dgm:pt>
    <dgm:pt modelId="{60842803-ADBF-4A0A-A5A2-688081A93242}">
      <dgm:prSet/>
      <dgm:spPr/>
      <dgm:t>
        <a:bodyPr/>
        <a:lstStyle/>
        <a:p>
          <a:r>
            <a:rPr lang="en-US"/>
            <a:t>Determine the meaning of the instructions</a:t>
          </a:r>
        </a:p>
      </dgm:t>
    </dgm:pt>
    <dgm:pt modelId="{480730E9-4F60-457D-B9AA-A596F1FB7032}" type="parTrans" cxnId="{62A38C20-7DD9-4BE5-B7EB-27D3BAC6DE90}">
      <dgm:prSet/>
      <dgm:spPr/>
      <dgm:t>
        <a:bodyPr/>
        <a:lstStyle/>
        <a:p>
          <a:endParaRPr lang="en-US"/>
        </a:p>
      </dgm:t>
    </dgm:pt>
    <dgm:pt modelId="{E42F1540-C532-40AC-928D-3DAF077B9965}" type="sibTrans" cxnId="{62A38C20-7DD9-4BE5-B7EB-27D3BAC6DE90}">
      <dgm:prSet/>
      <dgm:spPr/>
      <dgm:t>
        <a:bodyPr/>
        <a:lstStyle/>
        <a:p>
          <a:endParaRPr lang="en-US"/>
        </a:p>
      </dgm:t>
    </dgm:pt>
    <dgm:pt modelId="{E5FD96F6-D3EC-474C-B3BE-F0D3807FA496}" type="pres">
      <dgm:prSet presAssocID="{D39505A4-43DA-4126-A72D-61D4930D495D}" presName="Name0" presStyleCnt="0">
        <dgm:presLayoutVars>
          <dgm:dir/>
          <dgm:animLvl val="lvl"/>
          <dgm:resizeHandles val="exact"/>
        </dgm:presLayoutVars>
      </dgm:prSet>
      <dgm:spPr/>
    </dgm:pt>
    <dgm:pt modelId="{8297CD7D-93A2-47B4-97D6-63FFEF66250A}" type="pres">
      <dgm:prSet presAssocID="{83412EB7-B940-43D4-98B6-8A7BD60D3193}" presName="linNode" presStyleCnt="0"/>
      <dgm:spPr/>
    </dgm:pt>
    <dgm:pt modelId="{8C2980C3-5D9C-4C7A-9872-3BF598F6F18E}" type="pres">
      <dgm:prSet presAssocID="{83412EB7-B940-43D4-98B6-8A7BD60D3193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2BFD3387-A3C2-4CAA-8FF8-763D7DEEB4B3}" type="pres">
      <dgm:prSet presAssocID="{83412EB7-B940-43D4-98B6-8A7BD60D3193}" presName="descendantText" presStyleLbl="alignAccFollowNode1" presStyleIdx="0" presStyleCnt="5">
        <dgm:presLayoutVars>
          <dgm:bulletEnabled val="1"/>
        </dgm:presLayoutVars>
      </dgm:prSet>
      <dgm:spPr/>
    </dgm:pt>
    <dgm:pt modelId="{7499412A-824A-474B-8221-EC90C63709BC}" type="pres">
      <dgm:prSet presAssocID="{275CC392-35D2-4C0C-96F2-403FB81CEC85}" presName="sp" presStyleCnt="0"/>
      <dgm:spPr/>
    </dgm:pt>
    <dgm:pt modelId="{AC9C2E19-34CB-4C45-93E9-9A637F0D60D2}" type="pres">
      <dgm:prSet presAssocID="{753B1AA1-3A8B-4896-A362-98321BFBD2C1}" presName="linNode" presStyleCnt="0"/>
      <dgm:spPr/>
    </dgm:pt>
    <dgm:pt modelId="{8598265D-62E2-4CD1-8727-D45C8D9FC116}" type="pres">
      <dgm:prSet presAssocID="{753B1AA1-3A8B-4896-A362-98321BFBD2C1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10AD339C-4C25-4F58-B8F2-DE6CA5C225DA}" type="pres">
      <dgm:prSet presAssocID="{753B1AA1-3A8B-4896-A362-98321BFBD2C1}" presName="descendantText" presStyleLbl="alignAccFollowNode1" presStyleIdx="1" presStyleCnt="5">
        <dgm:presLayoutVars>
          <dgm:bulletEnabled val="1"/>
        </dgm:presLayoutVars>
      </dgm:prSet>
      <dgm:spPr/>
    </dgm:pt>
    <dgm:pt modelId="{A7FA6A73-1446-41F1-AB2C-1E3E8588FE4D}" type="pres">
      <dgm:prSet presAssocID="{199136C2-2952-42C4-9FB5-02F0F4FA71EE}" presName="sp" presStyleCnt="0"/>
      <dgm:spPr/>
    </dgm:pt>
    <dgm:pt modelId="{DB3822FE-2B58-42EA-A3DF-2AF5EEA0EAB7}" type="pres">
      <dgm:prSet presAssocID="{44882CDB-9AEC-426E-B928-D4A8F43A93F5}" presName="linNode" presStyleCnt="0"/>
      <dgm:spPr/>
    </dgm:pt>
    <dgm:pt modelId="{322BFF52-8CFA-42AC-AF5D-0406C38A0D68}" type="pres">
      <dgm:prSet presAssocID="{44882CDB-9AEC-426E-B928-D4A8F43A93F5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EF64C990-150B-462A-83F6-486EA5ADBA70}" type="pres">
      <dgm:prSet presAssocID="{44882CDB-9AEC-426E-B928-D4A8F43A93F5}" presName="descendantText" presStyleLbl="alignAccFollowNode1" presStyleIdx="2" presStyleCnt="5">
        <dgm:presLayoutVars>
          <dgm:bulletEnabled val="1"/>
        </dgm:presLayoutVars>
      </dgm:prSet>
      <dgm:spPr/>
    </dgm:pt>
    <dgm:pt modelId="{A370D6A1-5B54-4E42-93BD-DEA27D783980}" type="pres">
      <dgm:prSet presAssocID="{CF6435B9-C102-4D42-99FA-B78B269D2164}" presName="sp" presStyleCnt="0"/>
      <dgm:spPr/>
    </dgm:pt>
    <dgm:pt modelId="{40837284-E785-4642-8FDA-A874259E7CC6}" type="pres">
      <dgm:prSet presAssocID="{FF979E0B-9F82-4375-97A7-F517451C58B8}" presName="linNode" presStyleCnt="0"/>
      <dgm:spPr/>
    </dgm:pt>
    <dgm:pt modelId="{A25A7D62-F7B5-4D0C-8195-F0183EE74F48}" type="pres">
      <dgm:prSet presAssocID="{FF979E0B-9F82-4375-97A7-F517451C58B8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B705DD38-BFBA-4C8B-BB5A-555FCBE8032B}" type="pres">
      <dgm:prSet presAssocID="{FF979E0B-9F82-4375-97A7-F517451C58B8}" presName="descendantText" presStyleLbl="alignAccFollowNode1" presStyleIdx="3" presStyleCnt="5">
        <dgm:presLayoutVars>
          <dgm:bulletEnabled val="1"/>
        </dgm:presLayoutVars>
      </dgm:prSet>
      <dgm:spPr/>
    </dgm:pt>
    <dgm:pt modelId="{7A7A1F68-0FDE-4AF4-BD41-1D67B0D306B0}" type="pres">
      <dgm:prSet presAssocID="{4A60401F-1D3B-498C-BFF5-E7A3144ED1A9}" presName="sp" presStyleCnt="0"/>
      <dgm:spPr/>
    </dgm:pt>
    <dgm:pt modelId="{054D62B7-AEE9-4A27-A883-92405C048CA2}" type="pres">
      <dgm:prSet presAssocID="{1F061B26-03AC-4DC9-A32E-8721BCFC74A0}" presName="linNode" presStyleCnt="0"/>
      <dgm:spPr/>
    </dgm:pt>
    <dgm:pt modelId="{F1A2B12D-5CE6-47AE-B5F9-AE15374A6E02}" type="pres">
      <dgm:prSet presAssocID="{1F061B26-03AC-4DC9-A32E-8721BCFC74A0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653F9A2E-C7DC-49AD-9586-E12871B493F4}" type="pres">
      <dgm:prSet presAssocID="{1F061B26-03AC-4DC9-A32E-8721BCFC74A0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62A38C20-7DD9-4BE5-B7EB-27D3BAC6DE90}" srcId="{1F061B26-03AC-4DC9-A32E-8721BCFC74A0}" destId="{60842803-ADBF-4A0A-A5A2-688081A93242}" srcOrd="0" destOrd="0" parTransId="{480730E9-4F60-457D-B9AA-A596F1FB7032}" sibTransId="{E42F1540-C532-40AC-928D-3DAF077B9965}"/>
    <dgm:cxn modelId="{9558AE26-C0A0-4612-B3AB-93119C72A9AE}" srcId="{44882CDB-9AEC-426E-B928-D4A8F43A93F5}" destId="{F347859A-AFFE-4DC4-A00B-533325D0426D}" srcOrd="0" destOrd="0" parTransId="{24892546-4F3F-4290-910F-B92D975ED222}" sibTransId="{55A67C70-3CCC-4907-AE3D-15CD3606A614}"/>
    <dgm:cxn modelId="{DFA8F427-D2B2-440A-8A05-0DF0BF17D4C4}" srcId="{D39505A4-43DA-4126-A72D-61D4930D495D}" destId="{FF979E0B-9F82-4375-97A7-F517451C58B8}" srcOrd="3" destOrd="0" parTransId="{0321CB78-2C57-4CE0-9DC5-D7D1B4AA795C}" sibTransId="{4A60401F-1D3B-498C-BFF5-E7A3144ED1A9}"/>
    <dgm:cxn modelId="{E4A4A52E-C79A-4B85-8D19-81AAC78DB458}" type="presOf" srcId="{60842803-ADBF-4A0A-A5A2-688081A93242}" destId="{653F9A2E-C7DC-49AD-9586-E12871B493F4}" srcOrd="0" destOrd="0" presId="urn:microsoft.com/office/officeart/2005/8/layout/vList5"/>
    <dgm:cxn modelId="{F5A3762F-F13D-419F-BF76-08BC01780976}" type="presOf" srcId="{44882CDB-9AEC-426E-B928-D4A8F43A93F5}" destId="{322BFF52-8CFA-42AC-AF5D-0406C38A0D68}" srcOrd="0" destOrd="0" presId="urn:microsoft.com/office/officeart/2005/8/layout/vList5"/>
    <dgm:cxn modelId="{CE41BC5B-8915-471D-BDD1-2C04FAC577B4}" type="presOf" srcId="{FF979E0B-9F82-4375-97A7-F517451C58B8}" destId="{A25A7D62-F7B5-4D0C-8195-F0183EE74F48}" srcOrd="0" destOrd="0" presId="urn:microsoft.com/office/officeart/2005/8/layout/vList5"/>
    <dgm:cxn modelId="{827EEF61-5344-47A4-8436-24D3AA3471BD}" type="presOf" srcId="{F347859A-AFFE-4DC4-A00B-533325D0426D}" destId="{EF64C990-150B-462A-83F6-486EA5ADBA70}" srcOrd="0" destOrd="0" presId="urn:microsoft.com/office/officeart/2005/8/layout/vList5"/>
    <dgm:cxn modelId="{40094E63-0C11-4044-A679-24C5E2225EEC}" type="presOf" srcId="{83412EB7-B940-43D4-98B6-8A7BD60D3193}" destId="{8C2980C3-5D9C-4C7A-9872-3BF598F6F18E}" srcOrd="0" destOrd="0" presId="urn:microsoft.com/office/officeart/2005/8/layout/vList5"/>
    <dgm:cxn modelId="{3C7CAB69-E4C7-4E02-95D9-C655F6D513E4}" srcId="{D39505A4-43DA-4126-A72D-61D4930D495D}" destId="{753B1AA1-3A8B-4896-A362-98321BFBD2C1}" srcOrd="1" destOrd="0" parTransId="{D23B326F-3DE7-414C-8271-8D9C84026925}" sibTransId="{199136C2-2952-42C4-9FB5-02F0F4FA71EE}"/>
    <dgm:cxn modelId="{9096D04B-9CE3-4CBF-8F23-596385734CFB}" srcId="{D39505A4-43DA-4126-A72D-61D4930D495D}" destId="{44882CDB-9AEC-426E-B928-D4A8F43A93F5}" srcOrd="2" destOrd="0" parTransId="{BB353362-4321-416B-8564-CC766DDDA951}" sibTransId="{CF6435B9-C102-4D42-99FA-B78B269D2164}"/>
    <dgm:cxn modelId="{E25EB94E-1CF2-48D9-ADC2-9FA9FAC6B773}" srcId="{83412EB7-B940-43D4-98B6-8A7BD60D3193}" destId="{4566D750-44ED-4A55-9D5D-3CBC9BD2E858}" srcOrd="0" destOrd="0" parTransId="{3344B8CE-C768-4A69-A10D-5787ED22C682}" sibTransId="{413DEF97-A7DA-4860-9CD4-13E264F30AA0}"/>
    <dgm:cxn modelId="{9611127A-5C42-4A6B-BE73-DD9F03B693F2}" type="presOf" srcId="{A3B48F54-7EA7-466F-87C6-B536AF8A1434}" destId="{10AD339C-4C25-4F58-B8F2-DE6CA5C225DA}" srcOrd="0" destOrd="0" presId="urn:microsoft.com/office/officeart/2005/8/layout/vList5"/>
    <dgm:cxn modelId="{0271917D-2759-4A26-9215-3155753B53EB}" type="presOf" srcId="{1F061B26-03AC-4DC9-A32E-8721BCFC74A0}" destId="{F1A2B12D-5CE6-47AE-B5F9-AE15374A6E02}" srcOrd="0" destOrd="0" presId="urn:microsoft.com/office/officeart/2005/8/layout/vList5"/>
    <dgm:cxn modelId="{E594C17E-371D-44D2-B355-E71B2C279733}" srcId="{D39505A4-43DA-4126-A72D-61D4930D495D}" destId="{1F061B26-03AC-4DC9-A32E-8721BCFC74A0}" srcOrd="4" destOrd="0" parTransId="{DA8CEFAE-02C7-4E51-95EB-67E245E72847}" sibTransId="{8335F045-81BE-44E7-907B-A19D535F398E}"/>
    <dgm:cxn modelId="{74684C8D-16F1-4516-A990-E15873CB08FE}" type="presOf" srcId="{D39505A4-43DA-4126-A72D-61D4930D495D}" destId="{E5FD96F6-D3EC-474C-B3BE-F0D3807FA496}" srcOrd="0" destOrd="0" presId="urn:microsoft.com/office/officeart/2005/8/layout/vList5"/>
    <dgm:cxn modelId="{C8EBA5AA-7374-41A3-AC27-8F7E5DAE68C2}" srcId="{753B1AA1-3A8B-4896-A362-98321BFBD2C1}" destId="{A3B48F54-7EA7-466F-87C6-B536AF8A1434}" srcOrd="0" destOrd="0" parTransId="{1A584EF7-2CA6-4D39-88B4-DE3187783F3F}" sibTransId="{9D3403E0-CEAD-4449-AEB4-72426DFDA196}"/>
    <dgm:cxn modelId="{672448B3-84E1-4D71-9E36-D0ACC91651DB}" type="presOf" srcId="{BF3002AD-AFF8-4A92-9057-CEF504361174}" destId="{B705DD38-BFBA-4C8B-BB5A-555FCBE8032B}" srcOrd="0" destOrd="0" presId="urn:microsoft.com/office/officeart/2005/8/layout/vList5"/>
    <dgm:cxn modelId="{0A2F4CB4-A83C-4C54-A613-7F21EE0B7606}" type="presOf" srcId="{4566D750-44ED-4A55-9D5D-3CBC9BD2E858}" destId="{2BFD3387-A3C2-4CAA-8FF8-763D7DEEB4B3}" srcOrd="0" destOrd="0" presId="urn:microsoft.com/office/officeart/2005/8/layout/vList5"/>
    <dgm:cxn modelId="{C17096B4-FE74-45A2-AE5D-90FD89DBF734}" srcId="{FF979E0B-9F82-4375-97A7-F517451C58B8}" destId="{BF3002AD-AFF8-4A92-9057-CEF504361174}" srcOrd="0" destOrd="0" parTransId="{2721152B-FF99-49A5-8309-504B0BB1B6C2}" sibTransId="{05EB180E-45D1-4F08-9AFD-B80BD0339A28}"/>
    <dgm:cxn modelId="{59C07BE1-8FDD-4934-8BC8-C4594DE8EFA9}" type="presOf" srcId="{753B1AA1-3A8B-4896-A362-98321BFBD2C1}" destId="{8598265D-62E2-4CD1-8727-D45C8D9FC116}" srcOrd="0" destOrd="0" presId="urn:microsoft.com/office/officeart/2005/8/layout/vList5"/>
    <dgm:cxn modelId="{95713DED-56F3-4901-BD62-5FBA91227CA7}" srcId="{D39505A4-43DA-4126-A72D-61D4930D495D}" destId="{83412EB7-B940-43D4-98B6-8A7BD60D3193}" srcOrd="0" destOrd="0" parTransId="{A2BFE8E2-77A3-48D4-B4B5-A71C21023302}" sibTransId="{275CC392-35D2-4C0C-96F2-403FB81CEC85}"/>
    <dgm:cxn modelId="{94CCE7CD-0A23-4988-853D-EAFA83E6B638}" type="presParOf" srcId="{E5FD96F6-D3EC-474C-B3BE-F0D3807FA496}" destId="{8297CD7D-93A2-47B4-97D6-63FFEF66250A}" srcOrd="0" destOrd="0" presId="urn:microsoft.com/office/officeart/2005/8/layout/vList5"/>
    <dgm:cxn modelId="{2B490F7B-BC6D-4DC8-B369-F7524C07FF20}" type="presParOf" srcId="{8297CD7D-93A2-47B4-97D6-63FFEF66250A}" destId="{8C2980C3-5D9C-4C7A-9872-3BF598F6F18E}" srcOrd="0" destOrd="0" presId="urn:microsoft.com/office/officeart/2005/8/layout/vList5"/>
    <dgm:cxn modelId="{3A104AE6-14AE-4D2A-808E-B6815A11BD33}" type="presParOf" srcId="{8297CD7D-93A2-47B4-97D6-63FFEF66250A}" destId="{2BFD3387-A3C2-4CAA-8FF8-763D7DEEB4B3}" srcOrd="1" destOrd="0" presId="urn:microsoft.com/office/officeart/2005/8/layout/vList5"/>
    <dgm:cxn modelId="{9DBE99FB-4249-48E8-9A32-03861B660A13}" type="presParOf" srcId="{E5FD96F6-D3EC-474C-B3BE-F0D3807FA496}" destId="{7499412A-824A-474B-8221-EC90C63709BC}" srcOrd="1" destOrd="0" presId="urn:microsoft.com/office/officeart/2005/8/layout/vList5"/>
    <dgm:cxn modelId="{7DE96C60-23BF-4AF3-9119-CF3D12C80F78}" type="presParOf" srcId="{E5FD96F6-D3EC-474C-B3BE-F0D3807FA496}" destId="{AC9C2E19-34CB-4C45-93E9-9A637F0D60D2}" srcOrd="2" destOrd="0" presId="urn:microsoft.com/office/officeart/2005/8/layout/vList5"/>
    <dgm:cxn modelId="{688A7A5D-A4C6-4C96-B14B-78C1CC6A3D5C}" type="presParOf" srcId="{AC9C2E19-34CB-4C45-93E9-9A637F0D60D2}" destId="{8598265D-62E2-4CD1-8727-D45C8D9FC116}" srcOrd="0" destOrd="0" presId="urn:microsoft.com/office/officeart/2005/8/layout/vList5"/>
    <dgm:cxn modelId="{28A635BB-427C-4D2A-A724-F46EDDB77EB7}" type="presParOf" srcId="{AC9C2E19-34CB-4C45-93E9-9A637F0D60D2}" destId="{10AD339C-4C25-4F58-B8F2-DE6CA5C225DA}" srcOrd="1" destOrd="0" presId="urn:microsoft.com/office/officeart/2005/8/layout/vList5"/>
    <dgm:cxn modelId="{03D171BA-B03A-4130-86B6-E43DC604D97A}" type="presParOf" srcId="{E5FD96F6-D3EC-474C-B3BE-F0D3807FA496}" destId="{A7FA6A73-1446-41F1-AB2C-1E3E8588FE4D}" srcOrd="3" destOrd="0" presId="urn:microsoft.com/office/officeart/2005/8/layout/vList5"/>
    <dgm:cxn modelId="{17D06889-9588-4EB0-809F-1677ED129514}" type="presParOf" srcId="{E5FD96F6-D3EC-474C-B3BE-F0D3807FA496}" destId="{DB3822FE-2B58-42EA-A3DF-2AF5EEA0EAB7}" srcOrd="4" destOrd="0" presId="urn:microsoft.com/office/officeart/2005/8/layout/vList5"/>
    <dgm:cxn modelId="{FDA826A1-F67F-4E3D-9101-69A8709FC2E3}" type="presParOf" srcId="{DB3822FE-2B58-42EA-A3DF-2AF5EEA0EAB7}" destId="{322BFF52-8CFA-42AC-AF5D-0406C38A0D68}" srcOrd="0" destOrd="0" presId="urn:microsoft.com/office/officeart/2005/8/layout/vList5"/>
    <dgm:cxn modelId="{D1398DA8-2A12-402E-89A3-AA18E580D98C}" type="presParOf" srcId="{DB3822FE-2B58-42EA-A3DF-2AF5EEA0EAB7}" destId="{EF64C990-150B-462A-83F6-486EA5ADBA70}" srcOrd="1" destOrd="0" presId="urn:microsoft.com/office/officeart/2005/8/layout/vList5"/>
    <dgm:cxn modelId="{6539EE03-23B7-4B6C-8042-F4915CF8515D}" type="presParOf" srcId="{E5FD96F6-D3EC-474C-B3BE-F0D3807FA496}" destId="{A370D6A1-5B54-4E42-93BD-DEA27D783980}" srcOrd="5" destOrd="0" presId="urn:microsoft.com/office/officeart/2005/8/layout/vList5"/>
    <dgm:cxn modelId="{0ED1C6F2-CEDF-4275-8466-69DAF4AED599}" type="presParOf" srcId="{E5FD96F6-D3EC-474C-B3BE-F0D3807FA496}" destId="{40837284-E785-4642-8FDA-A874259E7CC6}" srcOrd="6" destOrd="0" presId="urn:microsoft.com/office/officeart/2005/8/layout/vList5"/>
    <dgm:cxn modelId="{0ECA5572-4672-4C6D-B092-C03D6C001324}" type="presParOf" srcId="{40837284-E785-4642-8FDA-A874259E7CC6}" destId="{A25A7D62-F7B5-4D0C-8195-F0183EE74F48}" srcOrd="0" destOrd="0" presId="urn:microsoft.com/office/officeart/2005/8/layout/vList5"/>
    <dgm:cxn modelId="{617195B4-01A5-4CF6-BB4D-246446C7774F}" type="presParOf" srcId="{40837284-E785-4642-8FDA-A874259E7CC6}" destId="{B705DD38-BFBA-4C8B-BB5A-555FCBE8032B}" srcOrd="1" destOrd="0" presId="urn:microsoft.com/office/officeart/2005/8/layout/vList5"/>
    <dgm:cxn modelId="{174C3427-4B78-41CB-A86A-60FA0E322F38}" type="presParOf" srcId="{E5FD96F6-D3EC-474C-B3BE-F0D3807FA496}" destId="{7A7A1F68-0FDE-4AF4-BD41-1D67B0D306B0}" srcOrd="7" destOrd="0" presId="urn:microsoft.com/office/officeart/2005/8/layout/vList5"/>
    <dgm:cxn modelId="{8B1B6A56-3DB0-4694-B08D-496EC2325CCE}" type="presParOf" srcId="{E5FD96F6-D3EC-474C-B3BE-F0D3807FA496}" destId="{054D62B7-AEE9-4A27-A883-92405C048CA2}" srcOrd="8" destOrd="0" presId="urn:microsoft.com/office/officeart/2005/8/layout/vList5"/>
    <dgm:cxn modelId="{6C017A0E-8F7E-4AC6-90D1-DABB7110242F}" type="presParOf" srcId="{054D62B7-AEE9-4A27-A883-92405C048CA2}" destId="{F1A2B12D-5CE6-47AE-B5F9-AE15374A6E02}" srcOrd="0" destOrd="0" presId="urn:microsoft.com/office/officeart/2005/8/layout/vList5"/>
    <dgm:cxn modelId="{2BC25BBE-1B0D-413E-A38E-D04F9AD8D9BD}" type="presParOf" srcId="{054D62B7-AEE9-4A27-A883-92405C048CA2}" destId="{653F9A2E-C7DC-49AD-9586-E12871B493F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E05AF9C-7653-479C-B78D-608F55754A9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6_2" csCatId="accent6" phldr="1"/>
      <dgm:spPr/>
      <dgm:t>
        <a:bodyPr/>
        <a:lstStyle/>
        <a:p>
          <a:endParaRPr lang="en-US"/>
        </a:p>
      </dgm:t>
    </dgm:pt>
    <dgm:pt modelId="{01B1FC4B-436C-42BD-B9E1-11CD51E7264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Class name</a:t>
          </a:r>
        </a:p>
      </dgm:t>
    </dgm:pt>
    <dgm:pt modelId="{6C18D2AF-BED9-4FD1-A234-65911CB02A66}" type="parTrans" cxnId="{DD7BB3C6-048B-4794-8210-255CFAAC6E83}">
      <dgm:prSet/>
      <dgm:spPr/>
      <dgm:t>
        <a:bodyPr/>
        <a:lstStyle/>
        <a:p>
          <a:endParaRPr lang="en-US"/>
        </a:p>
      </dgm:t>
    </dgm:pt>
    <dgm:pt modelId="{BF437AD3-C3CE-4000-A8C2-C5B67A7F5BCA}" type="sibTrans" cxnId="{DD7BB3C6-048B-4794-8210-255CFAAC6E83}">
      <dgm:prSet/>
      <dgm:spPr/>
      <dgm:t>
        <a:bodyPr/>
        <a:lstStyle/>
        <a:p>
          <a:endParaRPr lang="en-US"/>
        </a:p>
      </dgm:t>
    </dgm:pt>
    <dgm:pt modelId="{1EF556B2-6F06-42EE-9468-17B0A686FA8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Main method</a:t>
          </a:r>
        </a:p>
      </dgm:t>
    </dgm:pt>
    <dgm:pt modelId="{5504FF3A-7BE1-4428-987A-780B31046571}" type="parTrans" cxnId="{D39C1D9A-1E54-4DD6-967F-84C36DE5830E}">
      <dgm:prSet/>
      <dgm:spPr/>
      <dgm:t>
        <a:bodyPr/>
        <a:lstStyle/>
        <a:p>
          <a:endParaRPr lang="en-US"/>
        </a:p>
      </dgm:t>
    </dgm:pt>
    <dgm:pt modelId="{973950B4-FDC7-4B57-8DE8-A18C04B2A99A}" type="sibTrans" cxnId="{D39C1D9A-1E54-4DD6-967F-84C36DE5830E}">
      <dgm:prSet/>
      <dgm:spPr/>
      <dgm:t>
        <a:bodyPr/>
        <a:lstStyle/>
        <a:p>
          <a:endParaRPr lang="en-US"/>
        </a:p>
      </dgm:t>
    </dgm:pt>
    <dgm:pt modelId="{2942F47C-E157-43FA-8A44-7EC0A8C3075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Statements</a:t>
          </a:r>
        </a:p>
      </dgm:t>
    </dgm:pt>
    <dgm:pt modelId="{9C4830CB-3072-4AC6-A8D9-E9984794E71B}" type="parTrans" cxnId="{5518019B-94CD-42CC-8ADC-6066823E13B6}">
      <dgm:prSet/>
      <dgm:spPr/>
      <dgm:t>
        <a:bodyPr/>
        <a:lstStyle/>
        <a:p>
          <a:endParaRPr lang="en-US"/>
        </a:p>
      </dgm:t>
    </dgm:pt>
    <dgm:pt modelId="{887285E2-C34B-4DAE-8DE8-C533399AE15C}" type="sibTrans" cxnId="{5518019B-94CD-42CC-8ADC-6066823E13B6}">
      <dgm:prSet/>
      <dgm:spPr/>
      <dgm:t>
        <a:bodyPr/>
        <a:lstStyle/>
        <a:p>
          <a:endParaRPr lang="en-US"/>
        </a:p>
      </dgm:t>
    </dgm:pt>
    <dgm:pt modelId="{EF976A3D-B16F-4410-82E3-C24EA04E2F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Statement terminator</a:t>
          </a:r>
        </a:p>
      </dgm:t>
    </dgm:pt>
    <dgm:pt modelId="{2B271A96-0400-4B17-A691-206DAE312473}" type="parTrans" cxnId="{F5A61EE6-E241-4B00-8661-5B062DDA856E}">
      <dgm:prSet/>
      <dgm:spPr/>
      <dgm:t>
        <a:bodyPr/>
        <a:lstStyle/>
        <a:p>
          <a:endParaRPr lang="en-US"/>
        </a:p>
      </dgm:t>
    </dgm:pt>
    <dgm:pt modelId="{D335D6E7-63A9-4877-8BD7-11132640DEF1}" type="sibTrans" cxnId="{F5A61EE6-E241-4B00-8661-5B062DDA856E}">
      <dgm:prSet/>
      <dgm:spPr/>
      <dgm:t>
        <a:bodyPr/>
        <a:lstStyle/>
        <a:p>
          <a:endParaRPr lang="en-US"/>
        </a:p>
      </dgm:t>
    </dgm:pt>
    <dgm:pt modelId="{0AF7B24B-4FB7-4AF4-845A-5004A8ABE0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Reserved words</a:t>
          </a:r>
        </a:p>
      </dgm:t>
    </dgm:pt>
    <dgm:pt modelId="{F7387D34-3044-4825-B6CA-FD08943A3FA8}" type="parTrans" cxnId="{2B3589BA-C68D-4632-9613-DB5C2B93F38C}">
      <dgm:prSet/>
      <dgm:spPr/>
      <dgm:t>
        <a:bodyPr/>
        <a:lstStyle/>
        <a:p>
          <a:endParaRPr lang="en-US"/>
        </a:p>
      </dgm:t>
    </dgm:pt>
    <dgm:pt modelId="{378A9CBE-8D84-48CA-890E-9E87C7B8D2F4}" type="sibTrans" cxnId="{2B3589BA-C68D-4632-9613-DB5C2B93F38C}">
      <dgm:prSet/>
      <dgm:spPr/>
      <dgm:t>
        <a:bodyPr/>
        <a:lstStyle/>
        <a:p>
          <a:endParaRPr lang="en-US"/>
        </a:p>
      </dgm:t>
    </dgm:pt>
    <dgm:pt modelId="{62AC28EC-FF37-452F-B3BE-F4D8A32D9A8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Comments</a:t>
          </a:r>
        </a:p>
      </dgm:t>
    </dgm:pt>
    <dgm:pt modelId="{47AE6CE0-829D-4A31-914A-E4239E111385}" type="parTrans" cxnId="{B98F197C-D577-4CBC-AAC0-A6A9BCFA2DA6}">
      <dgm:prSet/>
      <dgm:spPr/>
      <dgm:t>
        <a:bodyPr/>
        <a:lstStyle/>
        <a:p>
          <a:endParaRPr lang="en-US"/>
        </a:p>
      </dgm:t>
    </dgm:pt>
    <dgm:pt modelId="{062F4253-57E2-44F6-B5FF-187685F9360F}" type="sibTrans" cxnId="{B98F197C-D577-4CBC-AAC0-A6A9BCFA2DA6}">
      <dgm:prSet/>
      <dgm:spPr/>
      <dgm:t>
        <a:bodyPr/>
        <a:lstStyle/>
        <a:p>
          <a:endParaRPr lang="en-US"/>
        </a:p>
      </dgm:t>
    </dgm:pt>
    <dgm:pt modelId="{57F2CB33-0A31-4BE4-BFB3-17CBA04A4B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Blocks</a:t>
          </a:r>
        </a:p>
      </dgm:t>
    </dgm:pt>
    <dgm:pt modelId="{B757177F-E474-4C88-A479-8D8BE4D6083F}" type="parTrans" cxnId="{66C608E0-4203-4043-9026-D564CF314AEF}">
      <dgm:prSet/>
      <dgm:spPr/>
      <dgm:t>
        <a:bodyPr/>
        <a:lstStyle/>
        <a:p>
          <a:endParaRPr lang="en-US"/>
        </a:p>
      </dgm:t>
    </dgm:pt>
    <dgm:pt modelId="{E0511DB6-587F-46F9-A8CF-8AEF809A98E7}" type="sibTrans" cxnId="{66C608E0-4203-4043-9026-D564CF314AEF}">
      <dgm:prSet/>
      <dgm:spPr/>
      <dgm:t>
        <a:bodyPr/>
        <a:lstStyle/>
        <a:p>
          <a:endParaRPr lang="en-US"/>
        </a:p>
      </dgm:t>
    </dgm:pt>
    <dgm:pt modelId="{208A9A4E-3A89-4D2C-9C22-0BD653EC3D3D}" type="pres">
      <dgm:prSet presAssocID="{1E05AF9C-7653-479C-B78D-608F55754A9B}" presName="root" presStyleCnt="0">
        <dgm:presLayoutVars>
          <dgm:dir/>
          <dgm:resizeHandles val="exact"/>
        </dgm:presLayoutVars>
      </dgm:prSet>
      <dgm:spPr/>
    </dgm:pt>
    <dgm:pt modelId="{F6F40E32-B5E6-440D-B041-125038F5EA3D}" type="pres">
      <dgm:prSet presAssocID="{01B1FC4B-436C-42BD-B9E1-11CD51E72641}" presName="compNode" presStyleCnt="0"/>
      <dgm:spPr/>
    </dgm:pt>
    <dgm:pt modelId="{C0ABE55C-8DE7-4122-B89C-F0EA25F9947A}" type="pres">
      <dgm:prSet presAssocID="{01B1FC4B-436C-42BD-B9E1-11CD51E72641}" presName="bgRect" presStyleLbl="bgShp" presStyleIdx="0" presStyleCnt="7"/>
      <dgm:spPr/>
    </dgm:pt>
    <dgm:pt modelId="{19E6BB0D-4F8C-4713-AB5D-378E6C0DBC70}" type="pres">
      <dgm:prSet presAssocID="{01B1FC4B-436C-42BD-B9E1-11CD51E72641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rs"/>
        </a:ext>
      </dgm:extLst>
    </dgm:pt>
    <dgm:pt modelId="{98A3BCB4-D165-45CC-8104-13CF7FB273A5}" type="pres">
      <dgm:prSet presAssocID="{01B1FC4B-436C-42BD-B9E1-11CD51E72641}" presName="spaceRect" presStyleCnt="0"/>
      <dgm:spPr/>
    </dgm:pt>
    <dgm:pt modelId="{07D250D2-BDE0-4188-871E-6CAAAB4DFF24}" type="pres">
      <dgm:prSet presAssocID="{01B1FC4B-436C-42BD-B9E1-11CD51E72641}" presName="parTx" presStyleLbl="revTx" presStyleIdx="0" presStyleCnt="7">
        <dgm:presLayoutVars>
          <dgm:chMax val="0"/>
          <dgm:chPref val="0"/>
        </dgm:presLayoutVars>
      </dgm:prSet>
      <dgm:spPr/>
    </dgm:pt>
    <dgm:pt modelId="{EA697147-5691-4E69-82B6-B7B14FAC345A}" type="pres">
      <dgm:prSet presAssocID="{BF437AD3-C3CE-4000-A8C2-C5B67A7F5BCA}" presName="sibTrans" presStyleCnt="0"/>
      <dgm:spPr/>
    </dgm:pt>
    <dgm:pt modelId="{9E27E70C-F1FC-49E2-B2DE-BC9A0B09B46E}" type="pres">
      <dgm:prSet presAssocID="{1EF556B2-6F06-42EE-9468-17B0A686FA8A}" presName="compNode" presStyleCnt="0"/>
      <dgm:spPr/>
    </dgm:pt>
    <dgm:pt modelId="{4740D1EB-0B9F-42C7-8459-B0D2FAFC066D}" type="pres">
      <dgm:prSet presAssocID="{1EF556B2-6F06-42EE-9468-17B0A686FA8A}" presName="bgRect" presStyleLbl="bgShp" presStyleIdx="1" presStyleCnt="7"/>
      <dgm:spPr/>
    </dgm:pt>
    <dgm:pt modelId="{180E93E9-EB6D-400B-BB9B-D8BC6B2FF7D7}" type="pres">
      <dgm:prSet presAssocID="{1EF556B2-6F06-42EE-9468-17B0A686FA8A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FB6C9F6-948B-4DE5-876C-FB66CFE07F4A}" type="pres">
      <dgm:prSet presAssocID="{1EF556B2-6F06-42EE-9468-17B0A686FA8A}" presName="spaceRect" presStyleCnt="0"/>
      <dgm:spPr/>
    </dgm:pt>
    <dgm:pt modelId="{D925DFE3-C890-4677-810D-F561E8748757}" type="pres">
      <dgm:prSet presAssocID="{1EF556B2-6F06-42EE-9468-17B0A686FA8A}" presName="parTx" presStyleLbl="revTx" presStyleIdx="1" presStyleCnt="7">
        <dgm:presLayoutVars>
          <dgm:chMax val="0"/>
          <dgm:chPref val="0"/>
        </dgm:presLayoutVars>
      </dgm:prSet>
      <dgm:spPr/>
    </dgm:pt>
    <dgm:pt modelId="{4A4223DB-222F-4EEC-AB7F-1BBEC8F49665}" type="pres">
      <dgm:prSet presAssocID="{973950B4-FDC7-4B57-8DE8-A18C04B2A99A}" presName="sibTrans" presStyleCnt="0"/>
      <dgm:spPr/>
    </dgm:pt>
    <dgm:pt modelId="{AC5FBF6D-553A-4218-BDE8-92C2D8B06F27}" type="pres">
      <dgm:prSet presAssocID="{2942F47C-E157-43FA-8A44-7EC0A8C30753}" presName="compNode" presStyleCnt="0"/>
      <dgm:spPr/>
    </dgm:pt>
    <dgm:pt modelId="{8ACDECD0-45E4-4461-AB8D-430DA9D295E2}" type="pres">
      <dgm:prSet presAssocID="{2942F47C-E157-43FA-8A44-7EC0A8C30753}" presName="bgRect" presStyleLbl="bgShp" presStyleIdx="2" presStyleCnt="7"/>
      <dgm:spPr/>
    </dgm:pt>
    <dgm:pt modelId="{925602D3-F069-4122-BBED-5CEA54696A32}" type="pres">
      <dgm:prSet presAssocID="{2942F47C-E157-43FA-8A44-7EC0A8C30753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DA342039-A53F-45CF-85CC-847341395EDD}" type="pres">
      <dgm:prSet presAssocID="{2942F47C-E157-43FA-8A44-7EC0A8C30753}" presName="spaceRect" presStyleCnt="0"/>
      <dgm:spPr/>
    </dgm:pt>
    <dgm:pt modelId="{480F5C75-59CF-4404-A903-975D53266A65}" type="pres">
      <dgm:prSet presAssocID="{2942F47C-E157-43FA-8A44-7EC0A8C30753}" presName="parTx" presStyleLbl="revTx" presStyleIdx="2" presStyleCnt="7">
        <dgm:presLayoutVars>
          <dgm:chMax val="0"/>
          <dgm:chPref val="0"/>
        </dgm:presLayoutVars>
      </dgm:prSet>
      <dgm:spPr/>
    </dgm:pt>
    <dgm:pt modelId="{22725654-9EC4-487D-9DEB-FC80EC20773F}" type="pres">
      <dgm:prSet presAssocID="{887285E2-C34B-4DAE-8DE8-C533399AE15C}" presName="sibTrans" presStyleCnt="0"/>
      <dgm:spPr/>
    </dgm:pt>
    <dgm:pt modelId="{1DC6916C-6BFE-410D-AA95-F38E23F393FD}" type="pres">
      <dgm:prSet presAssocID="{EF976A3D-B16F-4410-82E3-C24EA04E2FEF}" presName="compNode" presStyleCnt="0"/>
      <dgm:spPr/>
    </dgm:pt>
    <dgm:pt modelId="{3852D3FB-8204-4E76-AF7B-B424BAC9AE52}" type="pres">
      <dgm:prSet presAssocID="{EF976A3D-B16F-4410-82E3-C24EA04E2FEF}" presName="bgRect" presStyleLbl="bgShp" presStyleIdx="3" presStyleCnt="7"/>
      <dgm:spPr/>
    </dgm:pt>
    <dgm:pt modelId="{AC4C3434-8C68-431F-95F6-97CF25E659FE}" type="pres">
      <dgm:prSet presAssocID="{EF976A3D-B16F-4410-82E3-C24EA04E2FEF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3AF5168F-CBAA-4EE9-AD9C-EFB690689B14}" type="pres">
      <dgm:prSet presAssocID="{EF976A3D-B16F-4410-82E3-C24EA04E2FEF}" presName="spaceRect" presStyleCnt="0"/>
      <dgm:spPr/>
    </dgm:pt>
    <dgm:pt modelId="{E1BD9276-26A0-4860-8D50-3566765D592F}" type="pres">
      <dgm:prSet presAssocID="{EF976A3D-B16F-4410-82E3-C24EA04E2FEF}" presName="parTx" presStyleLbl="revTx" presStyleIdx="3" presStyleCnt="7">
        <dgm:presLayoutVars>
          <dgm:chMax val="0"/>
          <dgm:chPref val="0"/>
        </dgm:presLayoutVars>
      </dgm:prSet>
      <dgm:spPr/>
    </dgm:pt>
    <dgm:pt modelId="{7F8DEF88-63D6-4416-A305-C75EB774F87B}" type="pres">
      <dgm:prSet presAssocID="{D335D6E7-63A9-4877-8BD7-11132640DEF1}" presName="sibTrans" presStyleCnt="0"/>
      <dgm:spPr/>
    </dgm:pt>
    <dgm:pt modelId="{2A1B52D9-B85B-43E3-BEEA-CAE8D3F3BF98}" type="pres">
      <dgm:prSet presAssocID="{0AF7B24B-4FB7-4AF4-845A-5004A8ABE0F4}" presName="compNode" presStyleCnt="0"/>
      <dgm:spPr/>
    </dgm:pt>
    <dgm:pt modelId="{45260790-043F-4362-BB62-6CDFCE9BA9E0}" type="pres">
      <dgm:prSet presAssocID="{0AF7B24B-4FB7-4AF4-845A-5004A8ABE0F4}" presName="bgRect" presStyleLbl="bgShp" presStyleIdx="4" presStyleCnt="7"/>
      <dgm:spPr/>
    </dgm:pt>
    <dgm:pt modelId="{4C5F022C-BF9A-4A12-ADA8-61B0593FEFB5}" type="pres">
      <dgm:prSet presAssocID="{0AF7B24B-4FB7-4AF4-845A-5004A8ABE0F4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286FC77-70EB-40D3-970D-52F19CEB5569}" type="pres">
      <dgm:prSet presAssocID="{0AF7B24B-4FB7-4AF4-845A-5004A8ABE0F4}" presName="spaceRect" presStyleCnt="0"/>
      <dgm:spPr/>
    </dgm:pt>
    <dgm:pt modelId="{5BEE04C0-6F91-420D-BF7F-50C8A4997C96}" type="pres">
      <dgm:prSet presAssocID="{0AF7B24B-4FB7-4AF4-845A-5004A8ABE0F4}" presName="parTx" presStyleLbl="revTx" presStyleIdx="4" presStyleCnt="7">
        <dgm:presLayoutVars>
          <dgm:chMax val="0"/>
          <dgm:chPref val="0"/>
        </dgm:presLayoutVars>
      </dgm:prSet>
      <dgm:spPr/>
    </dgm:pt>
    <dgm:pt modelId="{FDC8946B-D4B6-433A-A830-829673D8B106}" type="pres">
      <dgm:prSet presAssocID="{378A9CBE-8D84-48CA-890E-9E87C7B8D2F4}" presName="sibTrans" presStyleCnt="0"/>
      <dgm:spPr/>
    </dgm:pt>
    <dgm:pt modelId="{EF537F56-C236-4E7D-8B41-11DCF97D356A}" type="pres">
      <dgm:prSet presAssocID="{62AC28EC-FF37-452F-B3BE-F4D8A32D9A88}" presName="compNode" presStyleCnt="0"/>
      <dgm:spPr/>
    </dgm:pt>
    <dgm:pt modelId="{EFB03A85-391A-4915-891E-04C7A92DE981}" type="pres">
      <dgm:prSet presAssocID="{62AC28EC-FF37-452F-B3BE-F4D8A32D9A88}" presName="bgRect" presStyleLbl="bgShp" presStyleIdx="5" presStyleCnt="7"/>
      <dgm:spPr/>
    </dgm:pt>
    <dgm:pt modelId="{B32FAAC1-8D35-4FEF-B1C7-CA7223C765D4}" type="pres">
      <dgm:prSet presAssocID="{62AC28EC-FF37-452F-B3BE-F4D8A32D9A88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ch"/>
        </a:ext>
      </dgm:extLst>
    </dgm:pt>
    <dgm:pt modelId="{EC10E6B0-E922-493C-96EE-A06ACE9FD1DC}" type="pres">
      <dgm:prSet presAssocID="{62AC28EC-FF37-452F-B3BE-F4D8A32D9A88}" presName="spaceRect" presStyleCnt="0"/>
      <dgm:spPr/>
    </dgm:pt>
    <dgm:pt modelId="{F282C9C9-9B88-40DD-9419-20935943A531}" type="pres">
      <dgm:prSet presAssocID="{62AC28EC-FF37-452F-B3BE-F4D8A32D9A88}" presName="parTx" presStyleLbl="revTx" presStyleIdx="5" presStyleCnt="7">
        <dgm:presLayoutVars>
          <dgm:chMax val="0"/>
          <dgm:chPref val="0"/>
        </dgm:presLayoutVars>
      </dgm:prSet>
      <dgm:spPr/>
    </dgm:pt>
    <dgm:pt modelId="{AC7B9BD7-BF98-45B9-B7DE-A9C9F09DF560}" type="pres">
      <dgm:prSet presAssocID="{062F4253-57E2-44F6-B5FF-187685F9360F}" presName="sibTrans" presStyleCnt="0"/>
      <dgm:spPr/>
    </dgm:pt>
    <dgm:pt modelId="{19E7F283-ACAA-4593-A9BB-00EB9833C138}" type="pres">
      <dgm:prSet presAssocID="{57F2CB33-0A31-4BE4-BFB3-17CBA04A4BB5}" presName="compNode" presStyleCnt="0"/>
      <dgm:spPr/>
    </dgm:pt>
    <dgm:pt modelId="{596BF2A3-8627-46F4-800E-F05218B43D9B}" type="pres">
      <dgm:prSet presAssocID="{57F2CB33-0A31-4BE4-BFB3-17CBA04A4BB5}" presName="bgRect" presStyleLbl="bgShp" presStyleIdx="6" presStyleCnt="7"/>
      <dgm:spPr/>
    </dgm:pt>
    <dgm:pt modelId="{7B6A2CEC-F47C-4D9C-9F32-3B706E447021}" type="pres">
      <dgm:prSet presAssocID="{57F2CB33-0A31-4BE4-BFB3-17CBA04A4BB5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43C0EC35-DC43-46E4-A8F6-D1D2301877FA}" type="pres">
      <dgm:prSet presAssocID="{57F2CB33-0A31-4BE4-BFB3-17CBA04A4BB5}" presName="spaceRect" presStyleCnt="0"/>
      <dgm:spPr/>
    </dgm:pt>
    <dgm:pt modelId="{6854E384-18D3-4904-A85D-2E5959074903}" type="pres">
      <dgm:prSet presAssocID="{57F2CB33-0A31-4BE4-BFB3-17CBA04A4BB5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D5931909-F99D-4EBA-984C-C35469B55175}" type="presOf" srcId="{62AC28EC-FF37-452F-B3BE-F4D8A32D9A88}" destId="{F282C9C9-9B88-40DD-9419-20935943A531}" srcOrd="0" destOrd="0" presId="urn:microsoft.com/office/officeart/2018/2/layout/IconVerticalSolidList"/>
    <dgm:cxn modelId="{9610F410-1A78-4084-B99E-8E7A76808D3E}" type="presOf" srcId="{0AF7B24B-4FB7-4AF4-845A-5004A8ABE0F4}" destId="{5BEE04C0-6F91-420D-BF7F-50C8A4997C96}" srcOrd="0" destOrd="0" presId="urn:microsoft.com/office/officeart/2018/2/layout/IconVerticalSolidList"/>
    <dgm:cxn modelId="{5F6D6826-D49C-4B2C-983E-F5E2F3C6BD73}" type="presOf" srcId="{EF976A3D-B16F-4410-82E3-C24EA04E2FEF}" destId="{E1BD9276-26A0-4860-8D50-3566765D592F}" srcOrd="0" destOrd="0" presId="urn:microsoft.com/office/officeart/2018/2/layout/IconVerticalSolidList"/>
    <dgm:cxn modelId="{85D71C62-1F38-42B9-8AF5-C9BA183AB978}" type="presOf" srcId="{2942F47C-E157-43FA-8A44-7EC0A8C30753}" destId="{480F5C75-59CF-4404-A903-975D53266A65}" srcOrd="0" destOrd="0" presId="urn:microsoft.com/office/officeart/2018/2/layout/IconVerticalSolidList"/>
    <dgm:cxn modelId="{08729C62-C591-4BD3-8B3C-DA8784123B45}" type="presOf" srcId="{1EF556B2-6F06-42EE-9468-17B0A686FA8A}" destId="{D925DFE3-C890-4677-810D-F561E8748757}" srcOrd="0" destOrd="0" presId="urn:microsoft.com/office/officeart/2018/2/layout/IconVerticalSolidList"/>
    <dgm:cxn modelId="{B98F197C-D577-4CBC-AAC0-A6A9BCFA2DA6}" srcId="{1E05AF9C-7653-479C-B78D-608F55754A9B}" destId="{62AC28EC-FF37-452F-B3BE-F4D8A32D9A88}" srcOrd="5" destOrd="0" parTransId="{47AE6CE0-829D-4A31-914A-E4239E111385}" sibTransId="{062F4253-57E2-44F6-B5FF-187685F9360F}"/>
    <dgm:cxn modelId="{D39C1D9A-1E54-4DD6-967F-84C36DE5830E}" srcId="{1E05AF9C-7653-479C-B78D-608F55754A9B}" destId="{1EF556B2-6F06-42EE-9468-17B0A686FA8A}" srcOrd="1" destOrd="0" parTransId="{5504FF3A-7BE1-4428-987A-780B31046571}" sibTransId="{973950B4-FDC7-4B57-8DE8-A18C04B2A99A}"/>
    <dgm:cxn modelId="{5518019B-94CD-42CC-8ADC-6066823E13B6}" srcId="{1E05AF9C-7653-479C-B78D-608F55754A9B}" destId="{2942F47C-E157-43FA-8A44-7EC0A8C30753}" srcOrd="2" destOrd="0" parTransId="{9C4830CB-3072-4AC6-A8D9-E9984794E71B}" sibTransId="{887285E2-C34B-4DAE-8DE8-C533399AE15C}"/>
    <dgm:cxn modelId="{5ECAEC9D-C382-486D-A0FA-05C4893CA0A7}" type="presOf" srcId="{1E05AF9C-7653-479C-B78D-608F55754A9B}" destId="{208A9A4E-3A89-4D2C-9C22-0BD653EC3D3D}" srcOrd="0" destOrd="0" presId="urn:microsoft.com/office/officeart/2018/2/layout/IconVerticalSolidList"/>
    <dgm:cxn modelId="{05EC7AAF-FF55-4FD8-9427-435D42645709}" type="presOf" srcId="{01B1FC4B-436C-42BD-B9E1-11CD51E72641}" destId="{07D250D2-BDE0-4188-871E-6CAAAB4DFF24}" srcOrd="0" destOrd="0" presId="urn:microsoft.com/office/officeart/2018/2/layout/IconVerticalSolidList"/>
    <dgm:cxn modelId="{2B3589BA-C68D-4632-9613-DB5C2B93F38C}" srcId="{1E05AF9C-7653-479C-B78D-608F55754A9B}" destId="{0AF7B24B-4FB7-4AF4-845A-5004A8ABE0F4}" srcOrd="4" destOrd="0" parTransId="{F7387D34-3044-4825-B6CA-FD08943A3FA8}" sibTransId="{378A9CBE-8D84-48CA-890E-9E87C7B8D2F4}"/>
    <dgm:cxn modelId="{1915B9BF-A737-4B91-B008-920E5C1CB3E3}" type="presOf" srcId="{57F2CB33-0A31-4BE4-BFB3-17CBA04A4BB5}" destId="{6854E384-18D3-4904-A85D-2E5959074903}" srcOrd="0" destOrd="0" presId="urn:microsoft.com/office/officeart/2018/2/layout/IconVerticalSolidList"/>
    <dgm:cxn modelId="{DD7BB3C6-048B-4794-8210-255CFAAC6E83}" srcId="{1E05AF9C-7653-479C-B78D-608F55754A9B}" destId="{01B1FC4B-436C-42BD-B9E1-11CD51E72641}" srcOrd="0" destOrd="0" parTransId="{6C18D2AF-BED9-4FD1-A234-65911CB02A66}" sibTransId="{BF437AD3-C3CE-4000-A8C2-C5B67A7F5BCA}"/>
    <dgm:cxn modelId="{66C608E0-4203-4043-9026-D564CF314AEF}" srcId="{1E05AF9C-7653-479C-B78D-608F55754A9B}" destId="{57F2CB33-0A31-4BE4-BFB3-17CBA04A4BB5}" srcOrd="6" destOrd="0" parTransId="{B757177F-E474-4C88-A479-8D8BE4D6083F}" sibTransId="{E0511DB6-587F-46F9-A8CF-8AEF809A98E7}"/>
    <dgm:cxn modelId="{F5A61EE6-E241-4B00-8661-5B062DDA856E}" srcId="{1E05AF9C-7653-479C-B78D-608F55754A9B}" destId="{EF976A3D-B16F-4410-82E3-C24EA04E2FEF}" srcOrd="3" destOrd="0" parTransId="{2B271A96-0400-4B17-A691-206DAE312473}" sibTransId="{D335D6E7-63A9-4877-8BD7-11132640DEF1}"/>
    <dgm:cxn modelId="{C02503A4-D1B7-41DB-B3AC-83D8C41DB1C0}" type="presParOf" srcId="{208A9A4E-3A89-4D2C-9C22-0BD653EC3D3D}" destId="{F6F40E32-B5E6-440D-B041-125038F5EA3D}" srcOrd="0" destOrd="0" presId="urn:microsoft.com/office/officeart/2018/2/layout/IconVerticalSolidList"/>
    <dgm:cxn modelId="{7502AE6D-20D6-420C-B7AB-0C655FB4D7DC}" type="presParOf" srcId="{F6F40E32-B5E6-440D-B041-125038F5EA3D}" destId="{C0ABE55C-8DE7-4122-B89C-F0EA25F9947A}" srcOrd="0" destOrd="0" presId="urn:microsoft.com/office/officeart/2018/2/layout/IconVerticalSolidList"/>
    <dgm:cxn modelId="{B326DD18-057F-42DA-B8EF-83AE0AAA8FF0}" type="presParOf" srcId="{F6F40E32-B5E6-440D-B041-125038F5EA3D}" destId="{19E6BB0D-4F8C-4713-AB5D-378E6C0DBC70}" srcOrd="1" destOrd="0" presId="urn:microsoft.com/office/officeart/2018/2/layout/IconVerticalSolidList"/>
    <dgm:cxn modelId="{ED8679EA-BD0B-43F8-B60F-3FFA2F1C8E4E}" type="presParOf" srcId="{F6F40E32-B5E6-440D-B041-125038F5EA3D}" destId="{98A3BCB4-D165-45CC-8104-13CF7FB273A5}" srcOrd="2" destOrd="0" presId="urn:microsoft.com/office/officeart/2018/2/layout/IconVerticalSolidList"/>
    <dgm:cxn modelId="{E384B4BA-360E-4346-8C7F-00C2510314F6}" type="presParOf" srcId="{F6F40E32-B5E6-440D-B041-125038F5EA3D}" destId="{07D250D2-BDE0-4188-871E-6CAAAB4DFF24}" srcOrd="3" destOrd="0" presId="urn:microsoft.com/office/officeart/2018/2/layout/IconVerticalSolidList"/>
    <dgm:cxn modelId="{8093FB77-0D9F-464B-B0F3-B46BD1C25F23}" type="presParOf" srcId="{208A9A4E-3A89-4D2C-9C22-0BD653EC3D3D}" destId="{EA697147-5691-4E69-82B6-B7B14FAC345A}" srcOrd="1" destOrd="0" presId="urn:microsoft.com/office/officeart/2018/2/layout/IconVerticalSolidList"/>
    <dgm:cxn modelId="{ED800742-B81B-4CEE-AEB3-90B9DA0A9318}" type="presParOf" srcId="{208A9A4E-3A89-4D2C-9C22-0BD653EC3D3D}" destId="{9E27E70C-F1FC-49E2-B2DE-BC9A0B09B46E}" srcOrd="2" destOrd="0" presId="urn:microsoft.com/office/officeart/2018/2/layout/IconVerticalSolidList"/>
    <dgm:cxn modelId="{5C962DD5-CCCD-4969-A592-15111ED6F50F}" type="presParOf" srcId="{9E27E70C-F1FC-49E2-B2DE-BC9A0B09B46E}" destId="{4740D1EB-0B9F-42C7-8459-B0D2FAFC066D}" srcOrd="0" destOrd="0" presId="urn:microsoft.com/office/officeart/2018/2/layout/IconVerticalSolidList"/>
    <dgm:cxn modelId="{B5D52558-5434-4B8A-B49F-47AE89F49A12}" type="presParOf" srcId="{9E27E70C-F1FC-49E2-B2DE-BC9A0B09B46E}" destId="{180E93E9-EB6D-400B-BB9B-D8BC6B2FF7D7}" srcOrd="1" destOrd="0" presId="urn:microsoft.com/office/officeart/2018/2/layout/IconVerticalSolidList"/>
    <dgm:cxn modelId="{1ACEFE59-3B32-44E6-8A05-ADD9100B2D68}" type="presParOf" srcId="{9E27E70C-F1FC-49E2-B2DE-BC9A0B09B46E}" destId="{BFB6C9F6-948B-4DE5-876C-FB66CFE07F4A}" srcOrd="2" destOrd="0" presId="urn:microsoft.com/office/officeart/2018/2/layout/IconVerticalSolidList"/>
    <dgm:cxn modelId="{EC7C25CD-DE1B-4309-939D-887BFD6DF7EA}" type="presParOf" srcId="{9E27E70C-F1FC-49E2-B2DE-BC9A0B09B46E}" destId="{D925DFE3-C890-4677-810D-F561E8748757}" srcOrd="3" destOrd="0" presId="urn:microsoft.com/office/officeart/2018/2/layout/IconVerticalSolidList"/>
    <dgm:cxn modelId="{2D5F1C51-5008-40DB-BE52-662ECAAD7521}" type="presParOf" srcId="{208A9A4E-3A89-4D2C-9C22-0BD653EC3D3D}" destId="{4A4223DB-222F-4EEC-AB7F-1BBEC8F49665}" srcOrd="3" destOrd="0" presId="urn:microsoft.com/office/officeart/2018/2/layout/IconVerticalSolidList"/>
    <dgm:cxn modelId="{F26B50CB-8F01-4007-A6FD-2876A7FCC4AB}" type="presParOf" srcId="{208A9A4E-3A89-4D2C-9C22-0BD653EC3D3D}" destId="{AC5FBF6D-553A-4218-BDE8-92C2D8B06F27}" srcOrd="4" destOrd="0" presId="urn:microsoft.com/office/officeart/2018/2/layout/IconVerticalSolidList"/>
    <dgm:cxn modelId="{382D299C-3BD8-4239-A844-9ED80EF60FE5}" type="presParOf" srcId="{AC5FBF6D-553A-4218-BDE8-92C2D8B06F27}" destId="{8ACDECD0-45E4-4461-AB8D-430DA9D295E2}" srcOrd="0" destOrd="0" presId="urn:microsoft.com/office/officeart/2018/2/layout/IconVerticalSolidList"/>
    <dgm:cxn modelId="{BC796184-06A2-4981-B8CC-64D71EC2EC9A}" type="presParOf" srcId="{AC5FBF6D-553A-4218-BDE8-92C2D8B06F27}" destId="{925602D3-F069-4122-BBED-5CEA54696A32}" srcOrd="1" destOrd="0" presId="urn:microsoft.com/office/officeart/2018/2/layout/IconVerticalSolidList"/>
    <dgm:cxn modelId="{5C755F0D-C300-4902-B3A0-8D425542E99A}" type="presParOf" srcId="{AC5FBF6D-553A-4218-BDE8-92C2D8B06F27}" destId="{DA342039-A53F-45CF-85CC-847341395EDD}" srcOrd="2" destOrd="0" presId="urn:microsoft.com/office/officeart/2018/2/layout/IconVerticalSolidList"/>
    <dgm:cxn modelId="{892E7341-E3D1-4D18-B843-98B65BA61BA8}" type="presParOf" srcId="{AC5FBF6D-553A-4218-BDE8-92C2D8B06F27}" destId="{480F5C75-59CF-4404-A903-975D53266A65}" srcOrd="3" destOrd="0" presId="urn:microsoft.com/office/officeart/2018/2/layout/IconVerticalSolidList"/>
    <dgm:cxn modelId="{CC55913D-CC9C-4FB9-9832-4ED5DD73B708}" type="presParOf" srcId="{208A9A4E-3A89-4D2C-9C22-0BD653EC3D3D}" destId="{22725654-9EC4-487D-9DEB-FC80EC20773F}" srcOrd="5" destOrd="0" presId="urn:microsoft.com/office/officeart/2018/2/layout/IconVerticalSolidList"/>
    <dgm:cxn modelId="{55888DF9-4906-42AC-8C93-52534E6621D9}" type="presParOf" srcId="{208A9A4E-3A89-4D2C-9C22-0BD653EC3D3D}" destId="{1DC6916C-6BFE-410D-AA95-F38E23F393FD}" srcOrd="6" destOrd="0" presId="urn:microsoft.com/office/officeart/2018/2/layout/IconVerticalSolidList"/>
    <dgm:cxn modelId="{3E3BD641-6949-49ED-9B8A-CBD4A7C13899}" type="presParOf" srcId="{1DC6916C-6BFE-410D-AA95-F38E23F393FD}" destId="{3852D3FB-8204-4E76-AF7B-B424BAC9AE52}" srcOrd="0" destOrd="0" presId="urn:microsoft.com/office/officeart/2018/2/layout/IconVerticalSolidList"/>
    <dgm:cxn modelId="{38043296-C0FE-4625-89EA-18AE4161C8A8}" type="presParOf" srcId="{1DC6916C-6BFE-410D-AA95-F38E23F393FD}" destId="{AC4C3434-8C68-431F-95F6-97CF25E659FE}" srcOrd="1" destOrd="0" presId="urn:microsoft.com/office/officeart/2018/2/layout/IconVerticalSolidList"/>
    <dgm:cxn modelId="{8EB47D8A-768A-4DF0-A2C1-76738194FA92}" type="presParOf" srcId="{1DC6916C-6BFE-410D-AA95-F38E23F393FD}" destId="{3AF5168F-CBAA-4EE9-AD9C-EFB690689B14}" srcOrd="2" destOrd="0" presId="urn:microsoft.com/office/officeart/2018/2/layout/IconVerticalSolidList"/>
    <dgm:cxn modelId="{4CEB706E-04F0-42E5-82A6-AC9D135C0383}" type="presParOf" srcId="{1DC6916C-6BFE-410D-AA95-F38E23F393FD}" destId="{E1BD9276-26A0-4860-8D50-3566765D592F}" srcOrd="3" destOrd="0" presId="urn:microsoft.com/office/officeart/2018/2/layout/IconVerticalSolidList"/>
    <dgm:cxn modelId="{AA594AC3-C726-4E6F-8134-C9D2430F62CB}" type="presParOf" srcId="{208A9A4E-3A89-4D2C-9C22-0BD653EC3D3D}" destId="{7F8DEF88-63D6-4416-A305-C75EB774F87B}" srcOrd="7" destOrd="0" presId="urn:microsoft.com/office/officeart/2018/2/layout/IconVerticalSolidList"/>
    <dgm:cxn modelId="{2EFA83D1-F710-4B67-A7E1-D3E3F50377F6}" type="presParOf" srcId="{208A9A4E-3A89-4D2C-9C22-0BD653EC3D3D}" destId="{2A1B52D9-B85B-43E3-BEEA-CAE8D3F3BF98}" srcOrd="8" destOrd="0" presId="urn:microsoft.com/office/officeart/2018/2/layout/IconVerticalSolidList"/>
    <dgm:cxn modelId="{2D87257D-48EC-46B4-AE35-8884D34B691D}" type="presParOf" srcId="{2A1B52D9-B85B-43E3-BEEA-CAE8D3F3BF98}" destId="{45260790-043F-4362-BB62-6CDFCE9BA9E0}" srcOrd="0" destOrd="0" presId="urn:microsoft.com/office/officeart/2018/2/layout/IconVerticalSolidList"/>
    <dgm:cxn modelId="{5BC894B3-6C24-4B1B-B457-D6EAC50C3FE8}" type="presParOf" srcId="{2A1B52D9-B85B-43E3-BEEA-CAE8D3F3BF98}" destId="{4C5F022C-BF9A-4A12-ADA8-61B0593FEFB5}" srcOrd="1" destOrd="0" presId="urn:microsoft.com/office/officeart/2018/2/layout/IconVerticalSolidList"/>
    <dgm:cxn modelId="{BBB921A7-FC8F-4E97-B990-F901385D7914}" type="presParOf" srcId="{2A1B52D9-B85B-43E3-BEEA-CAE8D3F3BF98}" destId="{A286FC77-70EB-40D3-970D-52F19CEB5569}" srcOrd="2" destOrd="0" presId="urn:microsoft.com/office/officeart/2018/2/layout/IconVerticalSolidList"/>
    <dgm:cxn modelId="{F28CB0E6-E22C-4072-92C0-520286A15180}" type="presParOf" srcId="{2A1B52D9-B85B-43E3-BEEA-CAE8D3F3BF98}" destId="{5BEE04C0-6F91-420D-BF7F-50C8A4997C96}" srcOrd="3" destOrd="0" presId="urn:microsoft.com/office/officeart/2018/2/layout/IconVerticalSolidList"/>
    <dgm:cxn modelId="{207DF8B6-72B7-4F1D-9EB6-F80E141B7897}" type="presParOf" srcId="{208A9A4E-3A89-4D2C-9C22-0BD653EC3D3D}" destId="{FDC8946B-D4B6-433A-A830-829673D8B106}" srcOrd="9" destOrd="0" presId="urn:microsoft.com/office/officeart/2018/2/layout/IconVerticalSolidList"/>
    <dgm:cxn modelId="{F9CEE4FC-867C-48FB-9199-1A06642ABEAE}" type="presParOf" srcId="{208A9A4E-3A89-4D2C-9C22-0BD653EC3D3D}" destId="{EF537F56-C236-4E7D-8B41-11DCF97D356A}" srcOrd="10" destOrd="0" presId="urn:microsoft.com/office/officeart/2018/2/layout/IconVerticalSolidList"/>
    <dgm:cxn modelId="{E75AC33F-DBDD-465B-AD42-D86ED60B6E5B}" type="presParOf" srcId="{EF537F56-C236-4E7D-8B41-11DCF97D356A}" destId="{EFB03A85-391A-4915-891E-04C7A92DE981}" srcOrd="0" destOrd="0" presId="urn:microsoft.com/office/officeart/2018/2/layout/IconVerticalSolidList"/>
    <dgm:cxn modelId="{672BC01E-5DE1-491B-B113-9CFEE7AA18B0}" type="presParOf" srcId="{EF537F56-C236-4E7D-8B41-11DCF97D356A}" destId="{B32FAAC1-8D35-4FEF-B1C7-CA7223C765D4}" srcOrd="1" destOrd="0" presId="urn:microsoft.com/office/officeart/2018/2/layout/IconVerticalSolidList"/>
    <dgm:cxn modelId="{BC49BA93-525C-4A83-833D-04A189BCD970}" type="presParOf" srcId="{EF537F56-C236-4E7D-8B41-11DCF97D356A}" destId="{EC10E6B0-E922-493C-96EE-A06ACE9FD1DC}" srcOrd="2" destOrd="0" presId="urn:microsoft.com/office/officeart/2018/2/layout/IconVerticalSolidList"/>
    <dgm:cxn modelId="{DFDBF966-EE50-4644-9243-994637DC2B67}" type="presParOf" srcId="{EF537F56-C236-4E7D-8B41-11DCF97D356A}" destId="{F282C9C9-9B88-40DD-9419-20935943A531}" srcOrd="3" destOrd="0" presId="urn:microsoft.com/office/officeart/2018/2/layout/IconVerticalSolidList"/>
    <dgm:cxn modelId="{F80BFAB3-5F5F-4912-BC5D-C272ED2AE32A}" type="presParOf" srcId="{208A9A4E-3A89-4D2C-9C22-0BD653EC3D3D}" destId="{AC7B9BD7-BF98-45B9-B7DE-A9C9F09DF560}" srcOrd="11" destOrd="0" presId="urn:microsoft.com/office/officeart/2018/2/layout/IconVerticalSolidList"/>
    <dgm:cxn modelId="{7B68D4F4-20B3-4E27-9197-51927A19C3C5}" type="presParOf" srcId="{208A9A4E-3A89-4D2C-9C22-0BD653EC3D3D}" destId="{19E7F283-ACAA-4593-A9BB-00EB9833C138}" srcOrd="12" destOrd="0" presId="urn:microsoft.com/office/officeart/2018/2/layout/IconVerticalSolidList"/>
    <dgm:cxn modelId="{73D3FEBE-CBEE-417C-8C1B-5433622A1FA0}" type="presParOf" srcId="{19E7F283-ACAA-4593-A9BB-00EB9833C138}" destId="{596BF2A3-8627-46F4-800E-F05218B43D9B}" srcOrd="0" destOrd="0" presId="urn:microsoft.com/office/officeart/2018/2/layout/IconVerticalSolidList"/>
    <dgm:cxn modelId="{366080AB-6F4F-41A8-9B7F-E12E35ADE815}" type="presParOf" srcId="{19E7F283-ACAA-4593-A9BB-00EB9833C138}" destId="{7B6A2CEC-F47C-4D9C-9F32-3B706E447021}" srcOrd="1" destOrd="0" presId="urn:microsoft.com/office/officeart/2018/2/layout/IconVerticalSolidList"/>
    <dgm:cxn modelId="{9B46E157-E1D9-459E-8B78-8BDADBE0D566}" type="presParOf" srcId="{19E7F283-ACAA-4593-A9BB-00EB9833C138}" destId="{43C0EC35-DC43-46E4-A8F6-D1D2301877FA}" srcOrd="2" destOrd="0" presId="urn:microsoft.com/office/officeart/2018/2/layout/IconVerticalSolidList"/>
    <dgm:cxn modelId="{FC552A6F-E5B2-4C01-9B74-1CA2DFDAF6BD}" type="presParOf" srcId="{19E7F283-ACAA-4593-A9BB-00EB9833C138}" destId="{6854E384-18D3-4904-A85D-2E595907490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D2AFF7F-26FE-482E-B268-D0D954D4C34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E63F782-5585-4A94-8CB9-A4E662E9B54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Java program </a:t>
          </a:r>
          <a:r>
            <a:rPr lang="en-US"/>
            <a:t>must have at </a:t>
          </a:r>
          <a:r>
            <a:rPr lang="en-US" dirty="0"/>
            <a:t>least one class</a:t>
          </a:r>
        </a:p>
      </dgm:t>
    </dgm:pt>
    <dgm:pt modelId="{17CAACB5-9F44-41DE-9E01-FA2ADC7EC823}" type="parTrans" cxnId="{F0D3FF2A-70F7-49DC-A42D-5FFB5996005C}">
      <dgm:prSet/>
      <dgm:spPr/>
      <dgm:t>
        <a:bodyPr/>
        <a:lstStyle/>
        <a:p>
          <a:endParaRPr lang="en-US"/>
        </a:p>
      </dgm:t>
    </dgm:pt>
    <dgm:pt modelId="{2AC90FC8-1E26-441E-9ACB-F333E7C05376}" type="sibTrans" cxnId="{F0D3FF2A-70F7-49DC-A42D-5FFB5996005C}">
      <dgm:prSet/>
      <dgm:spPr/>
      <dgm:t>
        <a:bodyPr/>
        <a:lstStyle/>
        <a:p>
          <a:endParaRPr lang="en-US"/>
        </a:p>
      </dgm:t>
    </dgm:pt>
    <dgm:pt modelId="{4A3125F6-4289-4541-A496-7CAA3E233F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Class name and file name must be same(Welcome.java)</a:t>
          </a:r>
        </a:p>
      </dgm:t>
    </dgm:pt>
    <dgm:pt modelId="{2DA1FC67-1508-4A59-93EA-5E9AB35DB1D7}" type="parTrans" cxnId="{82ED56F1-63A3-482A-B4E1-F3722A6A547F}">
      <dgm:prSet/>
      <dgm:spPr/>
      <dgm:t>
        <a:bodyPr/>
        <a:lstStyle/>
        <a:p>
          <a:endParaRPr lang="en-US"/>
        </a:p>
      </dgm:t>
    </dgm:pt>
    <dgm:pt modelId="{512D47BB-69D4-4959-BB8F-E83BDA28FEA4}" type="sibTrans" cxnId="{82ED56F1-63A3-482A-B4E1-F3722A6A547F}">
      <dgm:prSet/>
      <dgm:spPr/>
      <dgm:t>
        <a:bodyPr/>
        <a:lstStyle/>
        <a:p>
          <a:endParaRPr lang="en-US"/>
        </a:p>
      </dgm:t>
    </dgm:pt>
    <dgm:pt modelId="{DF4868A9-6D2F-4AE6-9C09-B51A0D4C7C5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 Java all code must reside inside the class</a:t>
          </a:r>
        </a:p>
      </dgm:t>
    </dgm:pt>
    <dgm:pt modelId="{38EDADB4-642F-4923-B76B-144D772497D3}" type="parTrans" cxnId="{A29AAF43-D3F0-4B2C-8709-C05CFBBB2CA8}">
      <dgm:prSet/>
      <dgm:spPr/>
      <dgm:t>
        <a:bodyPr/>
        <a:lstStyle/>
        <a:p>
          <a:endParaRPr lang="en-US"/>
        </a:p>
      </dgm:t>
    </dgm:pt>
    <dgm:pt modelId="{83BCF5DA-1151-477D-99F3-E367065B7733}" type="sibTrans" cxnId="{A29AAF43-D3F0-4B2C-8709-C05CFBBB2CA8}">
      <dgm:prSet/>
      <dgm:spPr/>
      <dgm:t>
        <a:bodyPr/>
        <a:lstStyle/>
        <a:p>
          <a:endParaRPr lang="en-US"/>
        </a:p>
      </dgm:t>
    </dgm:pt>
    <dgm:pt modelId="{152188DC-488D-4B2E-8073-29E866D8D3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Java is case-sensitive</a:t>
          </a:r>
        </a:p>
      </dgm:t>
    </dgm:pt>
    <dgm:pt modelId="{CDEEA3DD-A892-4DE5-980C-F5E7BFF675F9}" type="parTrans" cxnId="{A9B5F7E5-AA09-4FA1-9B93-EC1829255F0F}">
      <dgm:prSet/>
      <dgm:spPr/>
      <dgm:t>
        <a:bodyPr/>
        <a:lstStyle/>
        <a:p>
          <a:endParaRPr lang="en-US"/>
        </a:p>
      </dgm:t>
    </dgm:pt>
    <dgm:pt modelId="{BFD0C322-E79F-4D8C-A178-C9A9B3F13B0E}" type="sibTrans" cxnId="{A9B5F7E5-AA09-4FA1-9B93-EC1829255F0F}">
      <dgm:prSet/>
      <dgm:spPr/>
      <dgm:t>
        <a:bodyPr/>
        <a:lstStyle/>
        <a:p>
          <a:endParaRPr lang="en-US"/>
        </a:p>
      </dgm:t>
    </dgm:pt>
    <dgm:pt modelId="{F7D8740B-25B7-4BEB-8D0C-ABDF0F028BB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 this example, the class name is Welcome</a:t>
          </a:r>
        </a:p>
      </dgm:t>
    </dgm:pt>
    <dgm:pt modelId="{4DC7488B-8C31-427D-B34E-E80997647422}" type="parTrans" cxnId="{C04AD067-5CBC-404C-A24E-DFC873910799}">
      <dgm:prSet/>
      <dgm:spPr/>
      <dgm:t>
        <a:bodyPr/>
        <a:lstStyle/>
        <a:p>
          <a:endParaRPr lang="en-US"/>
        </a:p>
      </dgm:t>
    </dgm:pt>
    <dgm:pt modelId="{FCFF79B8-DE48-41C5-AABB-6D9205610255}" type="sibTrans" cxnId="{C04AD067-5CBC-404C-A24E-DFC873910799}">
      <dgm:prSet/>
      <dgm:spPr/>
      <dgm:t>
        <a:bodyPr/>
        <a:lstStyle/>
        <a:p>
          <a:endParaRPr lang="en-US"/>
        </a:p>
      </dgm:t>
    </dgm:pt>
    <dgm:pt modelId="{3E3507E4-99C9-412A-806C-1FFC6CFB7BF5}" type="pres">
      <dgm:prSet presAssocID="{2D2AFF7F-26FE-482E-B268-D0D954D4C348}" presName="root" presStyleCnt="0">
        <dgm:presLayoutVars>
          <dgm:dir/>
          <dgm:resizeHandles val="exact"/>
        </dgm:presLayoutVars>
      </dgm:prSet>
      <dgm:spPr/>
    </dgm:pt>
    <dgm:pt modelId="{606034C9-DCFB-494F-96E2-15288C73E4A8}" type="pres">
      <dgm:prSet presAssocID="{3E63F782-5585-4A94-8CB9-A4E662E9B54E}" presName="compNode" presStyleCnt="0"/>
      <dgm:spPr/>
    </dgm:pt>
    <dgm:pt modelId="{BE506ACF-32E7-4203-B4CD-DB3E22988E33}" type="pres">
      <dgm:prSet presAssocID="{3E63F782-5585-4A94-8CB9-A4E662E9B54E}" presName="bgRect" presStyleLbl="bgShp" presStyleIdx="0" presStyleCnt="5"/>
      <dgm:spPr/>
    </dgm:pt>
    <dgm:pt modelId="{E84C6343-699E-430F-807E-9C5C9264DEB6}" type="pres">
      <dgm:prSet presAssocID="{3E63F782-5585-4A94-8CB9-A4E662E9B54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A54F9782-C524-4A68-BB8C-A098A2ED63C2}" type="pres">
      <dgm:prSet presAssocID="{3E63F782-5585-4A94-8CB9-A4E662E9B54E}" presName="spaceRect" presStyleCnt="0"/>
      <dgm:spPr/>
    </dgm:pt>
    <dgm:pt modelId="{C4BE59CA-0D4E-4DBE-9BDB-CA34858FF5CA}" type="pres">
      <dgm:prSet presAssocID="{3E63F782-5585-4A94-8CB9-A4E662E9B54E}" presName="parTx" presStyleLbl="revTx" presStyleIdx="0" presStyleCnt="5">
        <dgm:presLayoutVars>
          <dgm:chMax val="0"/>
          <dgm:chPref val="0"/>
        </dgm:presLayoutVars>
      </dgm:prSet>
      <dgm:spPr/>
    </dgm:pt>
    <dgm:pt modelId="{27EDB08F-A9F2-47D7-B5AC-FF01D9AE86FD}" type="pres">
      <dgm:prSet presAssocID="{2AC90FC8-1E26-441E-9ACB-F333E7C05376}" presName="sibTrans" presStyleCnt="0"/>
      <dgm:spPr/>
    </dgm:pt>
    <dgm:pt modelId="{59BA52A4-4657-4D10-8C7E-ACA994E2E63D}" type="pres">
      <dgm:prSet presAssocID="{4A3125F6-4289-4541-A496-7CAA3E233F7E}" presName="compNode" presStyleCnt="0"/>
      <dgm:spPr/>
    </dgm:pt>
    <dgm:pt modelId="{9965E92A-8206-406B-9C34-231A8AAA0B4F}" type="pres">
      <dgm:prSet presAssocID="{4A3125F6-4289-4541-A496-7CAA3E233F7E}" presName="bgRect" presStyleLbl="bgShp" presStyleIdx="1" presStyleCnt="5"/>
      <dgm:spPr/>
    </dgm:pt>
    <dgm:pt modelId="{D44649B4-80E8-4499-8DD3-C856488E18E7}" type="pres">
      <dgm:prSet presAssocID="{4A3125F6-4289-4541-A496-7CAA3E233F7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E46C4201-5A7A-47E9-BDFE-72C6966F7791}" type="pres">
      <dgm:prSet presAssocID="{4A3125F6-4289-4541-A496-7CAA3E233F7E}" presName="spaceRect" presStyleCnt="0"/>
      <dgm:spPr/>
    </dgm:pt>
    <dgm:pt modelId="{6F406713-AA4B-4858-A2E2-FFE73BBD64E6}" type="pres">
      <dgm:prSet presAssocID="{4A3125F6-4289-4541-A496-7CAA3E233F7E}" presName="parTx" presStyleLbl="revTx" presStyleIdx="1" presStyleCnt="5">
        <dgm:presLayoutVars>
          <dgm:chMax val="0"/>
          <dgm:chPref val="0"/>
        </dgm:presLayoutVars>
      </dgm:prSet>
      <dgm:spPr/>
    </dgm:pt>
    <dgm:pt modelId="{7D82ECF8-4F44-44E3-BC9D-79B95716B5F4}" type="pres">
      <dgm:prSet presAssocID="{512D47BB-69D4-4959-BB8F-E83BDA28FEA4}" presName="sibTrans" presStyleCnt="0"/>
      <dgm:spPr/>
    </dgm:pt>
    <dgm:pt modelId="{99B434CD-7A2D-47D2-A4F2-2F850215C1F3}" type="pres">
      <dgm:prSet presAssocID="{DF4868A9-6D2F-4AE6-9C09-B51A0D4C7C55}" presName="compNode" presStyleCnt="0"/>
      <dgm:spPr/>
    </dgm:pt>
    <dgm:pt modelId="{9779FD93-1FD9-47C0-9E40-A1CF08E51ED7}" type="pres">
      <dgm:prSet presAssocID="{DF4868A9-6D2F-4AE6-9C09-B51A0D4C7C55}" presName="bgRect" presStyleLbl="bgShp" presStyleIdx="2" presStyleCnt="5"/>
      <dgm:spPr/>
    </dgm:pt>
    <dgm:pt modelId="{BFD13576-7F24-4BFF-B5C6-C4E987BD9408}" type="pres">
      <dgm:prSet presAssocID="{DF4868A9-6D2F-4AE6-9C09-B51A0D4C7C5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7A178F3A-BC98-446B-815C-F501FD32C05B}" type="pres">
      <dgm:prSet presAssocID="{DF4868A9-6D2F-4AE6-9C09-B51A0D4C7C55}" presName="spaceRect" presStyleCnt="0"/>
      <dgm:spPr/>
    </dgm:pt>
    <dgm:pt modelId="{A646A50C-9EA8-4FF9-8C7C-566B0095EA11}" type="pres">
      <dgm:prSet presAssocID="{DF4868A9-6D2F-4AE6-9C09-B51A0D4C7C55}" presName="parTx" presStyleLbl="revTx" presStyleIdx="2" presStyleCnt="5">
        <dgm:presLayoutVars>
          <dgm:chMax val="0"/>
          <dgm:chPref val="0"/>
        </dgm:presLayoutVars>
      </dgm:prSet>
      <dgm:spPr/>
    </dgm:pt>
    <dgm:pt modelId="{E68AA043-1092-4D01-83E5-425B240A9E2D}" type="pres">
      <dgm:prSet presAssocID="{83BCF5DA-1151-477D-99F3-E367065B7733}" presName="sibTrans" presStyleCnt="0"/>
      <dgm:spPr/>
    </dgm:pt>
    <dgm:pt modelId="{DA4406B8-25C7-4325-8ECB-9BC9D33434C7}" type="pres">
      <dgm:prSet presAssocID="{152188DC-488D-4B2E-8073-29E866D8D370}" presName="compNode" presStyleCnt="0"/>
      <dgm:spPr/>
    </dgm:pt>
    <dgm:pt modelId="{9E00706E-716A-4184-ABA4-405EB83186A4}" type="pres">
      <dgm:prSet presAssocID="{152188DC-488D-4B2E-8073-29E866D8D370}" presName="bgRect" presStyleLbl="bgShp" presStyleIdx="3" presStyleCnt="5"/>
      <dgm:spPr/>
    </dgm:pt>
    <dgm:pt modelId="{6AFB3A53-F6B4-4F70-9438-72984E5C3A1D}" type="pres">
      <dgm:prSet presAssocID="{152188DC-488D-4B2E-8073-29E866D8D37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37BEA770-9C18-43EC-95CD-770600E98237}" type="pres">
      <dgm:prSet presAssocID="{152188DC-488D-4B2E-8073-29E866D8D370}" presName="spaceRect" presStyleCnt="0"/>
      <dgm:spPr/>
    </dgm:pt>
    <dgm:pt modelId="{C827B05B-0D78-4FAA-AB07-A3349228EDFE}" type="pres">
      <dgm:prSet presAssocID="{152188DC-488D-4B2E-8073-29E866D8D370}" presName="parTx" presStyleLbl="revTx" presStyleIdx="3" presStyleCnt="5">
        <dgm:presLayoutVars>
          <dgm:chMax val="0"/>
          <dgm:chPref val="0"/>
        </dgm:presLayoutVars>
      </dgm:prSet>
      <dgm:spPr/>
    </dgm:pt>
    <dgm:pt modelId="{0979879A-96AD-46C9-A5B6-0A482DB2C94A}" type="pres">
      <dgm:prSet presAssocID="{BFD0C322-E79F-4D8C-A178-C9A9B3F13B0E}" presName="sibTrans" presStyleCnt="0"/>
      <dgm:spPr/>
    </dgm:pt>
    <dgm:pt modelId="{675CCC2B-5D65-4A52-8AB0-52FE76F88147}" type="pres">
      <dgm:prSet presAssocID="{F7D8740B-25B7-4BEB-8D0C-ABDF0F028BB2}" presName="compNode" presStyleCnt="0"/>
      <dgm:spPr/>
    </dgm:pt>
    <dgm:pt modelId="{7B64B92D-8923-4408-9738-1B9B42542F8A}" type="pres">
      <dgm:prSet presAssocID="{F7D8740B-25B7-4BEB-8D0C-ABDF0F028BB2}" presName="bgRect" presStyleLbl="bgShp" presStyleIdx="4" presStyleCnt="5"/>
      <dgm:spPr/>
    </dgm:pt>
    <dgm:pt modelId="{D63DF592-C952-40F9-933E-50620A552F28}" type="pres">
      <dgm:prSet presAssocID="{F7D8740B-25B7-4BEB-8D0C-ABDF0F028BB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B318BCD4-D6E9-4462-9CCE-F10B1FA68317}" type="pres">
      <dgm:prSet presAssocID="{F7D8740B-25B7-4BEB-8D0C-ABDF0F028BB2}" presName="spaceRect" presStyleCnt="0"/>
      <dgm:spPr/>
    </dgm:pt>
    <dgm:pt modelId="{DF582A7D-EDE6-41A6-ABF8-46F443F614FB}" type="pres">
      <dgm:prSet presAssocID="{F7D8740B-25B7-4BEB-8D0C-ABDF0F028BB2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7821471A-57FC-4A35-8A96-55D5EE03A194}" type="presOf" srcId="{4A3125F6-4289-4541-A496-7CAA3E233F7E}" destId="{6F406713-AA4B-4858-A2E2-FFE73BBD64E6}" srcOrd="0" destOrd="0" presId="urn:microsoft.com/office/officeart/2018/2/layout/IconVerticalSolidList"/>
    <dgm:cxn modelId="{F0D3FF2A-70F7-49DC-A42D-5FFB5996005C}" srcId="{2D2AFF7F-26FE-482E-B268-D0D954D4C348}" destId="{3E63F782-5585-4A94-8CB9-A4E662E9B54E}" srcOrd="0" destOrd="0" parTransId="{17CAACB5-9F44-41DE-9E01-FA2ADC7EC823}" sibTransId="{2AC90FC8-1E26-441E-9ACB-F333E7C05376}"/>
    <dgm:cxn modelId="{A29AAF43-D3F0-4B2C-8709-C05CFBBB2CA8}" srcId="{2D2AFF7F-26FE-482E-B268-D0D954D4C348}" destId="{DF4868A9-6D2F-4AE6-9C09-B51A0D4C7C55}" srcOrd="2" destOrd="0" parTransId="{38EDADB4-642F-4923-B76B-144D772497D3}" sibTransId="{83BCF5DA-1151-477D-99F3-E367065B7733}"/>
    <dgm:cxn modelId="{C04AD067-5CBC-404C-A24E-DFC873910799}" srcId="{2D2AFF7F-26FE-482E-B268-D0D954D4C348}" destId="{F7D8740B-25B7-4BEB-8D0C-ABDF0F028BB2}" srcOrd="4" destOrd="0" parTransId="{4DC7488B-8C31-427D-B34E-E80997647422}" sibTransId="{FCFF79B8-DE48-41C5-AABB-6D9205610255}"/>
    <dgm:cxn modelId="{CF9ED18A-524C-4488-8BA8-02ECEFDA0C2D}" type="presOf" srcId="{2D2AFF7F-26FE-482E-B268-D0D954D4C348}" destId="{3E3507E4-99C9-412A-806C-1FFC6CFB7BF5}" srcOrd="0" destOrd="0" presId="urn:microsoft.com/office/officeart/2018/2/layout/IconVerticalSolidList"/>
    <dgm:cxn modelId="{342E7E9B-A2FF-4818-B582-531604C183C7}" type="presOf" srcId="{152188DC-488D-4B2E-8073-29E866D8D370}" destId="{C827B05B-0D78-4FAA-AB07-A3349228EDFE}" srcOrd="0" destOrd="0" presId="urn:microsoft.com/office/officeart/2018/2/layout/IconVerticalSolidList"/>
    <dgm:cxn modelId="{58DAF5D2-2D38-464C-B388-A33A941BA158}" type="presOf" srcId="{F7D8740B-25B7-4BEB-8D0C-ABDF0F028BB2}" destId="{DF582A7D-EDE6-41A6-ABF8-46F443F614FB}" srcOrd="0" destOrd="0" presId="urn:microsoft.com/office/officeart/2018/2/layout/IconVerticalSolidList"/>
    <dgm:cxn modelId="{08BD0BD9-67BF-427B-8650-5F7331CD1BCB}" type="presOf" srcId="{3E63F782-5585-4A94-8CB9-A4E662E9B54E}" destId="{C4BE59CA-0D4E-4DBE-9BDB-CA34858FF5CA}" srcOrd="0" destOrd="0" presId="urn:microsoft.com/office/officeart/2018/2/layout/IconVerticalSolidList"/>
    <dgm:cxn modelId="{A9B5F7E5-AA09-4FA1-9B93-EC1829255F0F}" srcId="{2D2AFF7F-26FE-482E-B268-D0D954D4C348}" destId="{152188DC-488D-4B2E-8073-29E866D8D370}" srcOrd="3" destOrd="0" parTransId="{CDEEA3DD-A892-4DE5-980C-F5E7BFF675F9}" sibTransId="{BFD0C322-E79F-4D8C-A178-C9A9B3F13B0E}"/>
    <dgm:cxn modelId="{82ED56F1-63A3-482A-B4E1-F3722A6A547F}" srcId="{2D2AFF7F-26FE-482E-B268-D0D954D4C348}" destId="{4A3125F6-4289-4541-A496-7CAA3E233F7E}" srcOrd="1" destOrd="0" parTransId="{2DA1FC67-1508-4A59-93EA-5E9AB35DB1D7}" sibTransId="{512D47BB-69D4-4959-BB8F-E83BDA28FEA4}"/>
    <dgm:cxn modelId="{6A606BFA-1174-483A-8608-58D7A39977BB}" type="presOf" srcId="{DF4868A9-6D2F-4AE6-9C09-B51A0D4C7C55}" destId="{A646A50C-9EA8-4FF9-8C7C-566B0095EA11}" srcOrd="0" destOrd="0" presId="urn:microsoft.com/office/officeart/2018/2/layout/IconVerticalSolidList"/>
    <dgm:cxn modelId="{A06CEB7D-C314-4E48-9F9C-B2574812D275}" type="presParOf" srcId="{3E3507E4-99C9-412A-806C-1FFC6CFB7BF5}" destId="{606034C9-DCFB-494F-96E2-15288C73E4A8}" srcOrd="0" destOrd="0" presId="urn:microsoft.com/office/officeart/2018/2/layout/IconVerticalSolidList"/>
    <dgm:cxn modelId="{2210DC8B-2301-4D94-B181-E1A48624E90B}" type="presParOf" srcId="{606034C9-DCFB-494F-96E2-15288C73E4A8}" destId="{BE506ACF-32E7-4203-B4CD-DB3E22988E33}" srcOrd="0" destOrd="0" presId="urn:microsoft.com/office/officeart/2018/2/layout/IconVerticalSolidList"/>
    <dgm:cxn modelId="{675D8D6F-7E65-42D2-A86E-B83AE909C139}" type="presParOf" srcId="{606034C9-DCFB-494F-96E2-15288C73E4A8}" destId="{E84C6343-699E-430F-807E-9C5C9264DEB6}" srcOrd="1" destOrd="0" presId="urn:microsoft.com/office/officeart/2018/2/layout/IconVerticalSolidList"/>
    <dgm:cxn modelId="{59AA4A4B-21C4-48BB-AA8A-1922834A6E8C}" type="presParOf" srcId="{606034C9-DCFB-494F-96E2-15288C73E4A8}" destId="{A54F9782-C524-4A68-BB8C-A098A2ED63C2}" srcOrd="2" destOrd="0" presId="urn:microsoft.com/office/officeart/2018/2/layout/IconVerticalSolidList"/>
    <dgm:cxn modelId="{C57F9834-A543-43E6-A6B8-4FF79D05A3A3}" type="presParOf" srcId="{606034C9-DCFB-494F-96E2-15288C73E4A8}" destId="{C4BE59CA-0D4E-4DBE-9BDB-CA34858FF5CA}" srcOrd="3" destOrd="0" presId="urn:microsoft.com/office/officeart/2018/2/layout/IconVerticalSolidList"/>
    <dgm:cxn modelId="{E3D893B3-755E-4DC1-8C61-CC38499F16A2}" type="presParOf" srcId="{3E3507E4-99C9-412A-806C-1FFC6CFB7BF5}" destId="{27EDB08F-A9F2-47D7-B5AC-FF01D9AE86FD}" srcOrd="1" destOrd="0" presId="urn:microsoft.com/office/officeart/2018/2/layout/IconVerticalSolidList"/>
    <dgm:cxn modelId="{90B424BA-370B-4FD3-B3CF-1315E17501DF}" type="presParOf" srcId="{3E3507E4-99C9-412A-806C-1FFC6CFB7BF5}" destId="{59BA52A4-4657-4D10-8C7E-ACA994E2E63D}" srcOrd="2" destOrd="0" presId="urn:microsoft.com/office/officeart/2018/2/layout/IconVerticalSolidList"/>
    <dgm:cxn modelId="{00B52617-559C-46D8-B5CB-CBE1B1256588}" type="presParOf" srcId="{59BA52A4-4657-4D10-8C7E-ACA994E2E63D}" destId="{9965E92A-8206-406B-9C34-231A8AAA0B4F}" srcOrd="0" destOrd="0" presId="urn:microsoft.com/office/officeart/2018/2/layout/IconVerticalSolidList"/>
    <dgm:cxn modelId="{C290A499-9C57-49C8-979E-5C6AA8D3D6F0}" type="presParOf" srcId="{59BA52A4-4657-4D10-8C7E-ACA994E2E63D}" destId="{D44649B4-80E8-4499-8DD3-C856488E18E7}" srcOrd="1" destOrd="0" presId="urn:microsoft.com/office/officeart/2018/2/layout/IconVerticalSolidList"/>
    <dgm:cxn modelId="{532BED5D-6CE3-4068-9888-EC0CB1FB9C97}" type="presParOf" srcId="{59BA52A4-4657-4D10-8C7E-ACA994E2E63D}" destId="{E46C4201-5A7A-47E9-BDFE-72C6966F7791}" srcOrd="2" destOrd="0" presId="urn:microsoft.com/office/officeart/2018/2/layout/IconVerticalSolidList"/>
    <dgm:cxn modelId="{BDC1D5D9-49A9-491E-8D69-40B031E9C983}" type="presParOf" srcId="{59BA52A4-4657-4D10-8C7E-ACA994E2E63D}" destId="{6F406713-AA4B-4858-A2E2-FFE73BBD64E6}" srcOrd="3" destOrd="0" presId="urn:microsoft.com/office/officeart/2018/2/layout/IconVerticalSolidList"/>
    <dgm:cxn modelId="{8E2831E5-4226-40B0-A3BE-8C6E50269E94}" type="presParOf" srcId="{3E3507E4-99C9-412A-806C-1FFC6CFB7BF5}" destId="{7D82ECF8-4F44-44E3-BC9D-79B95716B5F4}" srcOrd="3" destOrd="0" presId="urn:microsoft.com/office/officeart/2018/2/layout/IconVerticalSolidList"/>
    <dgm:cxn modelId="{FE85996F-8F05-49D7-995B-082CC901B860}" type="presParOf" srcId="{3E3507E4-99C9-412A-806C-1FFC6CFB7BF5}" destId="{99B434CD-7A2D-47D2-A4F2-2F850215C1F3}" srcOrd="4" destOrd="0" presId="urn:microsoft.com/office/officeart/2018/2/layout/IconVerticalSolidList"/>
    <dgm:cxn modelId="{C5C18D97-5747-48C2-B0CE-FD2011B37871}" type="presParOf" srcId="{99B434CD-7A2D-47D2-A4F2-2F850215C1F3}" destId="{9779FD93-1FD9-47C0-9E40-A1CF08E51ED7}" srcOrd="0" destOrd="0" presId="urn:microsoft.com/office/officeart/2018/2/layout/IconVerticalSolidList"/>
    <dgm:cxn modelId="{88350B89-E6C1-49BA-84F9-8FD9683CBE2E}" type="presParOf" srcId="{99B434CD-7A2D-47D2-A4F2-2F850215C1F3}" destId="{BFD13576-7F24-4BFF-B5C6-C4E987BD9408}" srcOrd="1" destOrd="0" presId="urn:microsoft.com/office/officeart/2018/2/layout/IconVerticalSolidList"/>
    <dgm:cxn modelId="{092D5369-B0B4-4153-9B09-F972F1B4AFCD}" type="presParOf" srcId="{99B434CD-7A2D-47D2-A4F2-2F850215C1F3}" destId="{7A178F3A-BC98-446B-815C-F501FD32C05B}" srcOrd="2" destOrd="0" presId="urn:microsoft.com/office/officeart/2018/2/layout/IconVerticalSolidList"/>
    <dgm:cxn modelId="{7E761182-A9C8-44F0-B41A-2987AFDB84D6}" type="presParOf" srcId="{99B434CD-7A2D-47D2-A4F2-2F850215C1F3}" destId="{A646A50C-9EA8-4FF9-8C7C-566B0095EA11}" srcOrd="3" destOrd="0" presId="urn:microsoft.com/office/officeart/2018/2/layout/IconVerticalSolidList"/>
    <dgm:cxn modelId="{164E2A9C-769F-425B-8F76-EC7025E97BA3}" type="presParOf" srcId="{3E3507E4-99C9-412A-806C-1FFC6CFB7BF5}" destId="{E68AA043-1092-4D01-83E5-425B240A9E2D}" srcOrd="5" destOrd="0" presId="urn:microsoft.com/office/officeart/2018/2/layout/IconVerticalSolidList"/>
    <dgm:cxn modelId="{23D72C28-5713-4C6E-BAC6-CACE242A6989}" type="presParOf" srcId="{3E3507E4-99C9-412A-806C-1FFC6CFB7BF5}" destId="{DA4406B8-25C7-4325-8ECB-9BC9D33434C7}" srcOrd="6" destOrd="0" presId="urn:microsoft.com/office/officeart/2018/2/layout/IconVerticalSolidList"/>
    <dgm:cxn modelId="{81F6B200-5441-4A83-AD0B-FE555F853750}" type="presParOf" srcId="{DA4406B8-25C7-4325-8ECB-9BC9D33434C7}" destId="{9E00706E-716A-4184-ABA4-405EB83186A4}" srcOrd="0" destOrd="0" presId="urn:microsoft.com/office/officeart/2018/2/layout/IconVerticalSolidList"/>
    <dgm:cxn modelId="{222334FE-FD19-4A07-865D-8AD2A9D54380}" type="presParOf" srcId="{DA4406B8-25C7-4325-8ECB-9BC9D33434C7}" destId="{6AFB3A53-F6B4-4F70-9438-72984E5C3A1D}" srcOrd="1" destOrd="0" presId="urn:microsoft.com/office/officeart/2018/2/layout/IconVerticalSolidList"/>
    <dgm:cxn modelId="{8580A4E9-D1BE-47A2-93BB-7EF6D02AEDBB}" type="presParOf" srcId="{DA4406B8-25C7-4325-8ECB-9BC9D33434C7}" destId="{37BEA770-9C18-43EC-95CD-770600E98237}" srcOrd="2" destOrd="0" presId="urn:microsoft.com/office/officeart/2018/2/layout/IconVerticalSolidList"/>
    <dgm:cxn modelId="{3B44852C-BE17-4A7C-AD0D-FC8C19089FC9}" type="presParOf" srcId="{DA4406B8-25C7-4325-8ECB-9BC9D33434C7}" destId="{C827B05B-0D78-4FAA-AB07-A3349228EDFE}" srcOrd="3" destOrd="0" presId="urn:microsoft.com/office/officeart/2018/2/layout/IconVerticalSolidList"/>
    <dgm:cxn modelId="{DAD739C4-1842-4453-A14D-C84E7747A796}" type="presParOf" srcId="{3E3507E4-99C9-412A-806C-1FFC6CFB7BF5}" destId="{0979879A-96AD-46C9-A5B6-0A482DB2C94A}" srcOrd="7" destOrd="0" presId="urn:microsoft.com/office/officeart/2018/2/layout/IconVerticalSolidList"/>
    <dgm:cxn modelId="{2B1CE10B-F083-47B5-AA36-47FC9338F8D4}" type="presParOf" srcId="{3E3507E4-99C9-412A-806C-1FFC6CFB7BF5}" destId="{675CCC2B-5D65-4A52-8AB0-52FE76F88147}" srcOrd="8" destOrd="0" presId="urn:microsoft.com/office/officeart/2018/2/layout/IconVerticalSolidList"/>
    <dgm:cxn modelId="{AE068830-990D-4A95-9AAA-6B8C3E1A30F8}" type="presParOf" srcId="{675CCC2B-5D65-4A52-8AB0-52FE76F88147}" destId="{7B64B92D-8923-4408-9738-1B9B42542F8A}" srcOrd="0" destOrd="0" presId="urn:microsoft.com/office/officeart/2018/2/layout/IconVerticalSolidList"/>
    <dgm:cxn modelId="{2DA9399A-6C18-4A60-BADA-93441AD5F401}" type="presParOf" srcId="{675CCC2B-5D65-4A52-8AB0-52FE76F88147}" destId="{D63DF592-C952-40F9-933E-50620A552F28}" srcOrd="1" destOrd="0" presId="urn:microsoft.com/office/officeart/2018/2/layout/IconVerticalSolidList"/>
    <dgm:cxn modelId="{DA0D7DF3-FD39-4E32-9DC3-A91468631E9A}" type="presParOf" srcId="{675CCC2B-5D65-4A52-8AB0-52FE76F88147}" destId="{B318BCD4-D6E9-4462-9CCE-F10B1FA68317}" srcOrd="2" destOrd="0" presId="urn:microsoft.com/office/officeart/2018/2/layout/IconVerticalSolidList"/>
    <dgm:cxn modelId="{31311AB8-E233-4FD4-8318-5C8A33C6245A}" type="presParOf" srcId="{675CCC2B-5D65-4A52-8AB0-52FE76F88147}" destId="{DF582A7D-EDE6-41A6-ABF8-46F443F614F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ABDD22C-45C0-4286-8A1D-AB7A64AF39E1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785F29A-96AD-4B8D-B68A-635A51C70281}">
      <dgm:prSet/>
      <dgm:spPr/>
      <dgm:t>
        <a:bodyPr/>
        <a:lstStyle/>
        <a:p>
          <a:r>
            <a:rPr lang="en-US" b="1"/>
            <a:t>Token </a:t>
          </a:r>
          <a:endParaRPr lang="en-US"/>
        </a:p>
      </dgm:t>
    </dgm:pt>
    <dgm:pt modelId="{1088326E-FE31-42B9-9C5B-B007C8D924A4}" type="parTrans" cxnId="{A4A88137-AEBD-4B99-B09F-C52C59348092}">
      <dgm:prSet/>
      <dgm:spPr/>
      <dgm:t>
        <a:bodyPr/>
        <a:lstStyle/>
        <a:p>
          <a:endParaRPr lang="en-US"/>
        </a:p>
      </dgm:t>
    </dgm:pt>
    <dgm:pt modelId="{13B18F44-82B9-4B81-9CDE-70713C9DBC9F}" type="sibTrans" cxnId="{A4A88137-AEBD-4B99-B09F-C52C59348092}">
      <dgm:prSet/>
      <dgm:spPr/>
      <dgm:t>
        <a:bodyPr/>
        <a:lstStyle/>
        <a:p>
          <a:endParaRPr lang="en-US"/>
        </a:p>
      </dgm:t>
    </dgm:pt>
    <dgm:pt modelId="{EE9B1EE8-912A-49CD-9F10-B9AF92D24DE4}">
      <dgm:prSet/>
      <dgm:spPr/>
      <dgm:t>
        <a:bodyPr/>
        <a:lstStyle/>
        <a:p>
          <a:r>
            <a:rPr lang="en-US"/>
            <a:t>The smallest individual unit of a program in any programming language</a:t>
          </a:r>
        </a:p>
      </dgm:t>
    </dgm:pt>
    <dgm:pt modelId="{1C7628F6-0B7B-48F6-B197-B7ACBE38C66A}" type="parTrans" cxnId="{B645778E-1A3C-4E17-860D-628EF3527313}">
      <dgm:prSet/>
      <dgm:spPr/>
      <dgm:t>
        <a:bodyPr/>
        <a:lstStyle/>
        <a:p>
          <a:endParaRPr lang="en-US"/>
        </a:p>
      </dgm:t>
    </dgm:pt>
    <dgm:pt modelId="{AB5FF113-8923-4FA5-993F-3A57DB84474B}" type="sibTrans" cxnId="{B645778E-1A3C-4E17-860D-628EF3527313}">
      <dgm:prSet/>
      <dgm:spPr/>
      <dgm:t>
        <a:bodyPr/>
        <a:lstStyle/>
        <a:p>
          <a:endParaRPr lang="en-US"/>
        </a:p>
      </dgm:t>
    </dgm:pt>
    <dgm:pt modelId="{1392CDA3-219C-4AF6-976D-CBF20C3E3A78}">
      <dgm:prSet/>
      <dgm:spPr/>
      <dgm:t>
        <a:bodyPr/>
        <a:lstStyle/>
        <a:p>
          <a:r>
            <a:rPr lang="en-US"/>
            <a:t>Java tokens are divided into </a:t>
          </a:r>
        </a:p>
      </dgm:t>
    </dgm:pt>
    <dgm:pt modelId="{22B1AC39-A459-42C5-9756-E55B9462B017}" type="parTrans" cxnId="{CDE26A1D-97C1-49F1-AEF1-712897B34998}">
      <dgm:prSet/>
      <dgm:spPr/>
      <dgm:t>
        <a:bodyPr/>
        <a:lstStyle/>
        <a:p>
          <a:endParaRPr lang="en-US"/>
        </a:p>
      </dgm:t>
    </dgm:pt>
    <dgm:pt modelId="{943FD60F-2819-44F2-A879-240652D25DDF}" type="sibTrans" cxnId="{CDE26A1D-97C1-49F1-AEF1-712897B34998}">
      <dgm:prSet/>
      <dgm:spPr/>
      <dgm:t>
        <a:bodyPr/>
        <a:lstStyle/>
        <a:p>
          <a:endParaRPr lang="en-US"/>
        </a:p>
      </dgm:t>
    </dgm:pt>
    <dgm:pt modelId="{589936DD-01E2-4A02-AA04-73DFBAA86649}">
      <dgm:prSet/>
      <dgm:spPr/>
      <dgm:t>
        <a:bodyPr/>
        <a:lstStyle/>
        <a:p>
          <a:r>
            <a:rPr lang="en-US"/>
            <a:t>Special Symbols</a:t>
          </a:r>
        </a:p>
      </dgm:t>
    </dgm:pt>
    <dgm:pt modelId="{CF693B09-EB78-4C93-AB20-B53B6B047B88}" type="parTrans" cxnId="{3ACCCB01-E087-4058-9B3F-91E7E777C8F5}">
      <dgm:prSet/>
      <dgm:spPr/>
      <dgm:t>
        <a:bodyPr/>
        <a:lstStyle/>
        <a:p>
          <a:endParaRPr lang="en-US"/>
        </a:p>
      </dgm:t>
    </dgm:pt>
    <dgm:pt modelId="{CF04A7DA-9839-43B3-9D6E-89FA83D32E51}" type="sibTrans" cxnId="{3ACCCB01-E087-4058-9B3F-91E7E777C8F5}">
      <dgm:prSet/>
      <dgm:spPr/>
      <dgm:t>
        <a:bodyPr/>
        <a:lstStyle/>
        <a:p>
          <a:endParaRPr lang="en-US"/>
        </a:p>
      </dgm:t>
    </dgm:pt>
    <dgm:pt modelId="{DFBBB7AF-57BF-4D51-BC5C-E708FE12CA87}">
      <dgm:prSet/>
      <dgm:spPr/>
      <dgm:t>
        <a:bodyPr/>
        <a:lstStyle/>
        <a:p>
          <a:r>
            <a:rPr lang="en-US"/>
            <a:t>Word Symbols (Reserve/keywords)</a:t>
          </a:r>
        </a:p>
      </dgm:t>
    </dgm:pt>
    <dgm:pt modelId="{9661EFCB-4A59-4181-94DF-FB7FBC994ECD}" type="parTrans" cxnId="{76B15A70-9A6F-493A-83EC-4324A22AD3DD}">
      <dgm:prSet/>
      <dgm:spPr/>
      <dgm:t>
        <a:bodyPr/>
        <a:lstStyle/>
        <a:p>
          <a:endParaRPr lang="en-US"/>
        </a:p>
      </dgm:t>
    </dgm:pt>
    <dgm:pt modelId="{04CE98BA-59F1-4EAC-AE47-4A935D437F56}" type="sibTrans" cxnId="{76B15A70-9A6F-493A-83EC-4324A22AD3DD}">
      <dgm:prSet/>
      <dgm:spPr/>
      <dgm:t>
        <a:bodyPr/>
        <a:lstStyle/>
        <a:p>
          <a:endParaRPr lang="en-US"/>
        </a:p>
      </dgm:t>
    </dgm:pt>
    <dgm:pt modelId="{BB0A10C4-6493-4D96-BC27-28C6917D9587}">
      <dgm:prSet/>
      <dgm:spPr/>
      <dgm:t>
        <a:bodyPr/>
        <a:lstStyle/>
        <a:p>
          <a:r>
            <a:rPr lang="en-US"/>
            <a:t>Identifiers</a:t>
          </a:r>
        </a:p>
      </dgm:t>
    </dgm:pt>
    <dgm:pt modelId="{1F62F11A-E723-4377-9301-EA031FEAC959}" type="parTrans" cxnId="{ED107495-94EF-4A13-A9D6-8246D66692CB}">
      <dgm:prSet/>
      <dgm:spPr/>
      <dgm:t>
        <a:bodyPr/>
        <a:lstStyle/>
        <a:p>
          <a:endParaRPr lang="en-US"/>
        </a:p>
      </dgm:t>
    </dgm:pt>
    <dgm:pt modelId="{877FA335-5722-49A1-8173-153554E1DFD8}" type="sibTrans" cxnId="{ED107495-94EF-4A13-A9D6-8246D66692CB}">
      <dgm:prSet/>
      <dgm:spPr/>
      <dgm:t>
        <a:bodyPr/>
        <a:lstStyle/>
        <a:p>
          <a:endParaRPr lang="en-US"/>
        </a:p>
      </dgm:t>
    </dgm:pt>
    <dgm:pt modelId="{AD46C181-512B-42D0-AC3A-49780E99919F}" type="pres">
      <dgm:prSet presAssocID="{3ABDD22C-45C0-4286-8A1D-AB7A64AF39E1}" presName="linear" presStyleCnt="0">
        <dgm:presLayoutVars>
          <dgm:animLvl val="lvl"/>
          <dgm:resizeHandles val="exact"/>
        </dgm:presLayoutVars>
      </dgm:prSet>
      <dgm:spPr/>
    </dgm:pt>
    <dgm:pt modelId="{E9E4D5F0-52C8-4C73-8CEC-E1C51F5F779E}" type="pres">
      <dgm:prSet presAssocID="{D785F29A-96AD-4B8D-B68A-635A51C7028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4B1AD12-CA74-44FC-A11F-C61CC5AE8733}" type="pres">
      <dgm:prSet presAssocID="{D785F29A-96AD-4B8D-B68A-635A51C70281}" presName="childText" presStyleLbl="revTx" presStyleIdx="0" presStyleCnt="2">
        <dgm:presLayoutVars>
          <dgm:bulletEnabled val="1"/>
        </dgm:presLayoutVars>
      </dgm:prSet>
      <dgm:spPr/>
    </dgm:pt>
    <dgm:pt modelId="{5A1F93DD-CA4E-46A6-B339-247C370569AC}" type="pres">
      <dgm:prSet presAssocID="{1392CDA3-219C-4AF6-976D-CBF20C3E3A7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AFF1EE6-116A-4ECC-8C2E-C2A1C001C97E}" type="pres">
      <dgm:prSet presAssocID="{1392CDA3-219C-4AF6-976D-CBF20C3E3A78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3ACCCB01-E087-4058-9B3F-91E7E777C8F5}" srcId="{1392CDA3-219C-4AF6-976D-CBF20C3E3A78}" destId="{589936DD-01E2-4A02-AA04-73DFBAA86649}" srcOrd="0" destOrd="0" parTransId="{CF693B09-EB78-4C93-AB20-B53B6B047B88}" sibTransId="{CF04A7DA-9839-43B3-9D6E-89FA83D32E51}"/>
    <dgm:cxn modelId="{CDE26A1D-97C1-49F1-AEF1-712897B34998}" srcId="{3ABDD22C-45C0-4286-8A1D-AB7A64AF39E1}" destId="{1392CDA3-219C-4AF6-976D-CBF20C3E3A78}" srcOrd="1" destOrd="0" parTransId="{22B1AC39-A459-42C5-9756-E55B9462B017}" sibTransId="{943FD60F-2819-44F2-A879-240652D25DDF}"/>
    <dgm:cxn modelId="{D9EDF329-A8F5-41A5-A8CD-CA9BDD3B8A00}" type="presOf" srcId="{D785F29A-96AD-4B8D-B68A-635A51C70281}" destId="{E9E4D5F0-52C8-4C73-8CEC-E1C51F5F779E}" srcOrd="0" destOrd="0" presId="urn:microsoft.com/office/officeart/2005/8/layout/vList2"/>
    <dgm:cxn modelId="{A4A88137-AEBD-4B99-B09F-C52C59348092}" srcId="{3ABDD22C-45C0-4286-8A1D-AB7A64AF39E1}" destId="{D785F29A-96AD-4B8D-B68A-635A51C70281}" srcOrd="0" destOrd="0" parTransId="{1088326E-FE31-42B9-9C5B-B007C8D924A4}" sibTransId="{13B18F44-82B9-4B81-9CDE-70713C9DBC9F}"/>
    <dgm:cxn modelId="{973F7A4B-AFD0-4967-9CD5-0EE5D50665E1}" type="presOf" srcId="{EE9B1EE8-912A-49CD-9F10-B9AF92D24DE4}" destId="{D4B1AD12-CA74-44FC-A11F-C61CC5AE8733}" srcOrd="0" destOrd="0" presId="urn:microsoft.com/office/officeart/2005/8/layout/vList2"/>
    <dgm:cxn modelId="{76B15A70-9A6F-493A-83EC-4324A22AD3DD}" srcId="{1392CDA3-219C-4AF6-976D-CBF20C3E3A78}" destId="{DFBBB7AF-57BF-4D51-BC5C-E708FE12CA87}" srcOrd="1" destOrd="0" parTransId="{9661EFCB-4A59-4181-94DF-FB7FBC994ECD}" sibTransId="{04CE98BA-59F1-4EAC-AE47-4A935D437F56}"/>
    <dgm:cxn modelId="{33752E58-AC9D-4B37-BA5B-DCABD624CF2B}" type="presOf" srcId="{589936DD-01E2-4A02-AA04-73DFBAA86649}" destId="{7AFF1EE6-116A-4ECC-8C2E-C2A1C001C97E}" srcOrd="0" destOrd="0" presId="urn:microsoft.com/office/officeart/2005/8/layout/vList2"/>
    <dgm:cxn modelId="{F0D5658B-34A6-4ED0-9982-75DF332EE7AA}" type="presOf" srcId="{3ABDD22C-45C0-4286-8A1D-AB7A64AF39E1}" destId="{AD46C181-512B-42D0-AC3A-49780E99919F}" srcOrd="0" destOrd="0" presId="urn:microsoft.com/office/officeart/2005/8/layout/vList2"/>
    <dgm:cxn modelId="{2518428D-51DD-40EE-AEB7-360637C03D07}" type="presOf" srcId="{1392CDA3-219C-4AF6-976D-CBF20C3E3A78}" destId="{5A1F93DD-CA4E-46A6-B339-247C370569AC}" srcOrd="0" destOrd="0" presId="urn:microsoft.com/office/officeart/2005/8/layout/vList2"/>
    <dgm:cxn modelId="{B645778E-1A3C-4E17-860D-628EF3527313}" srcId="{D785F29A-96AD-4B8D-B68A-635A51C70281}" destId="{EE9B1EE8-912A-49CD-9F10-B9AF92D24DE4}" srcOrd="0" destOrd="0" parTransId="{1C7628F6-0B7B-48F6-B197-B7ACBE38C66A}" sibTransId="{AB5FF113-8923-4FA5-993F-3A57DB84474B}"/>
    <dgm:cxn modelId="{ED107495-94EF-4A13-A9D6-8246D66692CB}" srcId="{1392CDA3-219C-4AF6-976D-CBF20C3E3A78}" destId="{BB0A10C4-6493-4D96-BC27-28C6917D9587}" srcOrd="2" destOrd="0" parTransId="{1F62F11A-E723-4377-9301-EA031FEAC959}" sibTransId="{877FA335-5722-49A1-8173-153554E1DFD8}"/>
    <dgm:cxn modelId="{A068DEB1-7AE4-45BC-BAF5-1B2B42899B5F}" type="presOf" srcId="{BB0A10C4-6493-4D96-BC27-28C6917D9587}" destId="{7AFF1EE6-116A-4ECC-8C2E-C2A1C001C97E}" srcOrd="0" destOrd="2" presId="urn:microsoft.com/office/officeart/2005/8/layout/vList2"/>
    <dgm:cxn modelId="{B424CEB3-89D0-4FA5-8759-ADF52E86386F}" type="presOf" srcId="{DFBBB7AF-57BF-4D51-BC5C-E708FE12CA87}" destId="{7AFF1EE6-116A-4ECC-8C2E-C2A1C001C97E}" srcOrd="0" destOrd="1" presId="urn:microsoft.com/office/officeart/2005/8/layout/vList2"/>
    <dgm:cxn modelId="{004E99BE-F177-4B14-BDD4-076B2B56C87C}" type="presParOf" srcId="{AD46C181-512B-42D0-AC3A-49780E99919F}" destId="{E9E4D5F0-52C8-4C73-8CEC-E1C51F5F779E}" srcOrd="0" destOrd="0" presId="urn:microsoft.com/office/officeart/2005/8/layout/vList2"/>
    <dgm:cxn modelId="{DFF0D7C2-63DE-48B0-B934-1C972062BB4D}" type="presParOf" srcId="{AD46C181-512B-42D0-AC3A-49780E99919F}" destId="{D4B1AD12-CA74-44FC-A11F-C61CC5AE8733}" srcOrd="1" destOrd="0" presId="urn:microsoft.com/office/officeart/2005/8/layout/vList2"/>
    <dgm:cxn modelId="{C3049289-A090-481A-8522-06FAE7B31895}" type="presParOf" srcId="{AD46C181-512B-42D0-AC3A-49780E99919F}" destId="{5A1F93DD-CA4E-46A6-B339-247C370569AC}" srcOrd="2" destOrd="0" presId="urn:microsoft.com/office/officeart/2005/8/layout/vList2"/>
    <dgm:cxn modelId="{A0CE0B90-8CE2-449C-B6D8-3B84AB6E001F}" type="presParOf" srcId="{AD46C181-512B-42D0-AC3A-49780E99919F}" destId="{7AFF1EE6-116A-4ECC-8C2E-C2A1C001C97E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80DE6E3-810B-43A9-B74F-1BEE45D1BFDB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03C74ED-AB54-46F7-B27D-C434594CB9B8}">
      <dgm:prSet/>
      <dgm:spPr/>
      <dgm:t>
        <a:bodyPr/>
        <a:lstStyle/>
        <a:p>
          <a:r>
            <a:rPr lang="en-US"/>
            <a:t>An identifier is a sequence of characters that consist of letters, digits, underscores (_), and dollar signs ($). </a:t>
          </a:r>
        </a:p>
      </dgm:t>
    </dgm:pt>
    <dgm:pt modelId="{3CDF0DBD-693B-479B-80ED-932EC6BF42AD}" type="parTrans" cxnId="{FF21D01C-024B-4797-B30E-4FC79855DB50}">
      <dgm:prSet/>
      <dgm:spPr/>
      <dgm:t>
        <a:bodyPr/>
        <a:lstStyle/>
        <a:p>
          <a:endParaRPr lang="en-US"/>
        </a:p>
      </dgm:t>
    </dgm:pt>
    <dgm:pt modelId="{38D53C92-4FF4-40A3-ABA0-319898210416}" type="sibTrans" cxnId="{FF21D01C-024B-4797-B30E-4FC79855DB50}">
      <dgm:prSet/>
      <dgm:spPr/>
      <dgm:t>
        <a:bodyPr/>
        <a:lstStyle/>
        <a:p>
          <a:endParaRPr lang="en-US"/>
        </a:p>
      </dgm:t>
    </dgm:pt>
    <dgm:pt modelId="{9A6533B6-43D2-4324-A898-3A2ECCB27D9B}">
      <dgm:prSet/>
      <dgm:spPr/>
      <dgm:t>
        <a:bodyPr/>
        <a:lstStyle/>
        <a:p>
          <a:r>
            <a:rPr lang="en-US"/>
            <a:t>An identifier must start with a letter, an underscore (_), or a dollar sign ($). It cannot start with a digit. </a:t>
          </a:r>
        </a:p>
      </dgm:t>
    </dgm:pt>
    <dgm:pt modelId="{69224B81-97C6-4C5B-AFC7-1B6D408DF852}" type="parTrans" cxnId="{5DB8BDBB-55A9-4FDA-A6A5-78F463BE27A9}">
      <dgm:prSet/>
      <dgm:spPr/>
      <dgm:t>
        <a:bodyPr/>
        <a:lstStyle/>
        <a:p>
          <a:endParaRPr lang="en-US"/>
        </a:p>
      </dgm:t>
    </dgm:pt>
    <dgm:pt modelId="{DEC96676-C124-4B42-9A7C-E9CB3B290151}" type="sibTrans" cxnId="{5DB8BDBB-55A9-4FDA-A6A5-78F463BE27A9}">
      <dgm:prSet/>
      <dgm:spPr/>
      <dgm:t>
        <a:bodyPr/>
        <a:lstStyle/>
        <a:p>
          <a:endParaRPr lang="en-US"/>
        </a:p>
      </dgm:t>
    </dgm:pt>
    <dgm:pt modelId="{101571FB-428E-46FB-BF03-747949D4102E}">
      <dgm:prSet/>
      <dgm:spPr/>
      <dgm:t>
        <a:bodyPr/>
        <a:lstStyle/>
        <a:p>
          <a:r>
            <a:rPr lang="en-US"/>
            <a:t>An identifier cannot be a reserved word. (53 keywords are reserved for use by the Java language) </a:t>
          </a:r>
        </a:p>
      </dgm:t>
    </dgm:pt>
    <dgm:pt modelId="{86102750-36BF-4DD9-886B-FE7774A7E96C}" type="parTrans" cxnId="{638E7014-505C-4497-8AF4-9771650A39EC}">
      <dgm:prSet/>
      <dgm:spPr/>
      <dgm:t>
        <a:bodyPr/>
        <a:lstStyle/>
        <a:p>
          <a:endParaRPr lang="en-US"/>
        </a:p>
      </dgm:t>
    </dgm:pt>
    <dgm:pt modelId="{54B34836-F838-43FF-88CA-E5CDE1314336}" type="sibTrans" cxnId="{638E7014-505C-4497-8AF4-9771650A39EC}">
      <dgm:prSet/>
      <dgm:spPr/>
      <dgm:t>
        <a:bodyPr/>
        <a:lstStyle/>
        <a:p>
          <a:endParaRPr lang="en-US"/>
        </a:p>
      </dgm:t>
    </dgm:pt>
    <dgm:pt modelId="{37F9E24E-830D-4D11-84D2-2A78EBEA2A52}">
      <dgm:prSet/>
      <dgm:spPr/>
      <dgm:t>
        <a:bodyPr/>
        <a:lstStyle/>
        <a:p>
          <a:r>
            <a:rPr lang="en-US"/>
            <a:t>An identifier cannot be true, false, or null.</a:t>
          </a:r>
        </a:p>
      </dgm:t>
    </dgm:pt>
    <dgm:pt modelId="{A03B5070-80B3-4BDB-892B-36A41A6C3A91}" type="parTrans" cxnId="{70E57731-241B-447B-B132-89D6C05A7A8D}">
      <dgm:prSet/>
      <dgm:spPr/>
      <dgm:t>
        <a:bodyPr/>
        <a:lstStyle/>
        <a:p>
          <a:endParaRPr lang="en-US"/>
        </a:p>
      </dgm:t>
    </dgm:pt>
    <dgm:pt modelId="{8D0643E9-71D1-49BD-8F6E-E0EE4E912A38}" type="sibTrans" cxnId="{70E57731-241B-447B-B132-89D6C05A7A8D}">
      <dgm:prSet/>
      <dgm:spPr/>
      <dgm:t>
        <a:bodyPr/>
        <a:lstStyle/>
        <a:p>
          <a:endParaRPr lang="en-US"/>
        </a:p>
      </dgm:t>
    </dgm:pt>
    <dgm:pt modelId="{2B59ECAA-67B9-4A41-955F-D0CB682E56B2}">
      <dgm:prSet/>
      <dgm:spPr/>
      <dgm:t>
        <a:bodyPr/>
        <a:lstStyle/>
        <a:p>
          <a:r>
            <a:rPr lang="en-US"/>
            <a:t>An identifier can be of any length.</a:t>
          </a:r>
        </a:p>
      </dgm:t>
    </dgm:pt>
    <dgm:pt modelId="{358BA93E-7D4C-44CD-9174-DD3B233AE5B8}" type="parTrans" cxnId="{75AFD6C3-612F-4BCF-B5EB-2415FB374167}">
      <dgm:prSet/>
      <dgm:spPr/>
      <dgm:t>
        <a:bodyPr/>
        <a:lstStyle/>
        <a:p>
          <a:endParaRPr lang="en-US"/>
        </a:p>
      </dgm:t>
    </dgm:pt>
    <dgm:pt modelId="{C2AAF5BA-93F8-4182-875D-2C048470B26F}" type="sibTrans" cxnId="{75AFD6C3-612F-4BCF-B5EB-2415FB374167}">
      <dgm:prSet/>
      <dgm:spPr/>
      <dgm:t>
        <a:bodyPr/>
        <a:lstStyle/>
        <a:p>
          <a:endParaRPr lang="en-US"/>
        </a:p>
      </dgm:t>
    </dgm:pt>
    <dgm:pt modelId="{EA15F93D-4E39-48C2-A9A9-ABD75443CBE0}" type="pres">
      <dgm:prSet presAssocID="{680DE6E3-810B-43A9-B74F-1BEE45D1BFDB}" presName="outerComposite" presStyleCnt="0">
        <dgm:presLayoutVars>
          <dgm:chMax val="5"/>
          <dgm:dir/>
          <dgm:resizeHandles val="exact"/>
        </dgm:presLayoutVars>
      </dgm:prSet>
      <dgm:spPr/>
    </dgm:pt>
    <dgm:pt modelId="{513343A0-0830-4F45-8A2D-399F509B94B7}" type="pres">
      <dgm:prSet presAssocID="{680DE6E3-810B-43A9-B74F-1BEE45D1BFDB}" presName="dummyMaxCanvas" presStyleCnt="0">
        <dgm:presLayoutVars/>
      </dgm:prSet>
      <dgm:spPr/>
    </dgm:pt>
    <dgm:pt modelId="{CFD8F846-E67C-43D6-A18F-DB572E5D5E24}" type="pres">
      <dgm:prSet presAssocID="{680DE6E3-810B-43A9-B74F-1BEE45D1BFDB}" presName="FiveNodes_1" presStyleLbl="node1" presStyleIdx="0" presStyleCnt="5">
        <dgm:presLayoutVars>
          <dgm:bulletEnabled val="1"/>
        </dgm:presLayoutVars>
      </dgm:prSet>
      <dgm:spPr/>
    </dgm:pt>
    <dgm:pt modelId="{FCAA1EF9-C2D1-458C-9CBF-099078223138}" type="pres">
      <dgm:prSet presAssocID="{680DE6E3-810B-43A9-B74F-1BEE45D1BFDB}" presName="FiveNodes_2" presStyleLbl="node1" presStyleIdx="1" presStyleCnt="5">
        <dgm:presLayoutVars>
          <dgm:bulletEnabled val="1"/>
        </dgm:presLayoutVars>
      </dgm:prSet>
      <dgm:spPr/>
    </dgm:pt>
    <dgm:pt modelId="{A78F7F84-AFAB-4B69-8751-4539FEF9E232}" type="pres">
      <dgm:prSet presAssocID="{680DE6E3-810B-43A9-B74F-1BEE45D1BFDB}" presName="FiveNodes_3" presStyleLbl="node1" presStyleIdx="2" presStyleCnt="5">
        <dgm:presLayoutVars>
          <dgm:bulletEnabled val="1"/>
        </dgm:presLayoutVars>
      </dgm:prSet>
      <dgm:spPr/>
    </dgm:pt>
    <dgm:pt modelId="{4F5B6D0B-C538-4E0D-9590-684A45D006AA}" type="pres">
      <dgm:prSet presAssocID="{680DE6E3-810B-43A9-B74F-1BEE45D1BFDB}" presName="FiveNodes_4" presStyleLbl="node1" presStyleIdx="3" presStyleCnt="5">
        <dgm:presLayoutVars>
          <dgm:bulletEnabled val="1"/>
        </dgm:presLayoutVars>
      </dgm:prSet>
      <dgm:spPr/>
    </dgm:pt>
    <dgm:pt modelId="{F84B0E08-3314-41A4-A0B2-23F8F0DF7D9E}" type="pres">
      <dgm:prSet presAssocID="{680DE6E3-810B-43A9-B74F-1BEE45D1BFDB}" presName="FiveNodes_5" presStyleLbl="node1" presStyleIdx="4" presStyleCnt="5">
        <dgm:presLayoutVars>
          <dgm:bulletEnabled val="1"/>
        </dgm:presLayoutVars>
      </dgm:prSet>
      <dgm:spPr/>
    </dgm:pt>
    <dgm:pt modelId="{361233F1-0895-424B-A7DE-AC2474355083}" type="pres">
      <dgm:prSet presAssocID="{680DE6E3-810B-43A9-B74F-1BEE45D1BFDB}" presName="FiveConn_1-2" presStyleLbl="fgAccFollowNode1" presStyleIdx="0" presStyleCnt="4">
        <dgm:presLayoutVars>
          <dgm:bulletEnabled val="1"/>
        </dgm:presLayoutVars>
      </dgm:prSet>
      <dgm:spPr/>
    </dgm:pt>
    <dgm:pt modelId="{B8084663-A96C-4C12-AFA8-5F6E57283F34}" type="pres">
      <dgm:prSet presAssocID="{680DE6E3-810B-43A9-B74F-1BEE45D1BFDB}" presName="FiveConn_2-3" presStyleLbl="fgAccFollowNode1" presStyleIdx="1" presStyleCnt="4">
        <dgm:presLayoutVars>
          <dgm:bulletEnabled val="1"/>
        </dgm:presLayoutVars>
      </dgm:prSet>
      <dgm:spPr/>
    </dgm:pt>
    <dgm:pt modelId="{7C174698-1114-4B25-8E7B-9FA0509EC6DA}" type="pres">
      <dgm:prSet presAssocID="{680DE6E3-810B-43A9-B74F-1BEE45D1BFDB}" presName="FiveConn_3-4" presStyleLbl="fgAccFollowNode1" presStyleIdx="2" presStyleCnt="4">
        <dgm:presLayoutVars>
          <dgm:bulletEnabled val="1"/>
        </dgm:presLayoutVars>
      </dgm:prSet>
      <dgm:spPr/>
    </dgm:pt>
    <dgm:pt modelId="{1B3FF683-9FF8-4026-A96A-56A4F19379BE}" type="pres">
      <dgm:prSet presAssocID="{680DE6E3-810B-43A9-B74F-1BEE45D1BFDB}" presName="FiveConn_4-5" presStyleLbl="fgAccFollowNode1" presStyleIdx="3" presStyleCnt="4">
        <dgm:presLayoutVars>
          <dgm:bulletEnabled val="1"/>
        </dgm:presLayoutVars>
      </dgm:prSet>
      <dgm:spPr/>
    </dgm:pt>
    <dgm:pt modelId="{4B7BBDA3-E28D-4FA3-BAC6-9FDAF7E6C8C0}" type="pres">
      <dgm:prSet presAssocID="{680DE6E3-810B-43A9-B74F-1BEE45D1BFDB}" presName="FiveNodes_1_text" presStyleLbl="node1" presStyleIdx="4" presStyleCnt="5">
        <dgm:presLayoutVars>
          <dgm:bulletEnabled val="1"/>
        </dgm:presLayoutVars>
      </dgm:prSet>
      <dgm:spPr/>
    </dgm:pt>
    <dgm:pt modelId="{E33DE4E1-4BA8-4D1A-B8FC-7D95C52FB00D}" type="pres">
      <dgm:prSet presAssocID="{680DE6E3-810B-43A9-B74F-1BEE45D1BFDB}" presName="FiveNodes_2_text" presStyleLbl="node1" presStyleIdx="4" presStyleCnt="5">
        <dgm:presLayoutVars>
          <dgm:bulletEnabled val="1"/>
        </dgm:presLayoutVars>
      </dgm:prSet>
      <dgm:spPr/>
    </dgm:pt>
    <dgm:pt modelId="{0287B1A0-2BD6-4F62-92E1-17D8D031A2F9}" type="pres">
      <dgm:prSet presAssocID="{680DE6E3-810B-43A9-B74F-1BEE45D1BFDB}" presName="FiveNodes_3_text" presStyleLbl="node1" presStyleIdx="4" presStyleCnt="5">
        <dgm:presLayoutVars>
          <dgm:bulletEnabled val="1"/>
        </dgm:presLayoutVars>
      </dgm:prSet>
      <dgm:spPr/>
    </dgm:pt>
    <dgm:pt modelId="{DF7C96F0-A71E-420A-9E5C-222498D02A67}" type="pres">
      <dgm:prSet presAssocID="{680DE6E3-810B-43A9-B74F-1BEE45D1BFDB}" presName="FiveNodes_4_text" presStyleLbl="node1" presStyleIdx="4" presStyleCnt="5">
        <dgm:presLayoutVars>
          <dgm:bulletEnabled val="1"/>
        </dgm:presLayoutVars>
      </dgm:prSet>
      <dgm:spPr/>
    </dgm:pt>
    <dgm:pt modelId="{B082496F-6B14-4CC0-AAE9-51D75C9312C2}" type="pres">
      <dgm:prSet presAssocID="{680DE6E3-810B-43A9-B74F-1BEE45D1BFDB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99389F01-C629-4E9E-90A0-5228730B5DE9}" type="presOf" srcId="{37F9E24E-830D-4D11-84D2-2A78EBEA2A52}" destId="{4F5B6D0B-C538-4E0D-9590-684A45D006AA}" srcOrd="0" destOrd="0" presId="urn:microsoft.com/office/officeart/2005/8/layout/vProcess5"/>
    <dgm:cxn modelId="{62EF0E07-AEB3-4C56-BF30-CF4EF05E3ACC}" type="presOf" srcId="{9A6533B6-43D2-4324-A898-3A2ECCB27D9B}" destId="{FCAA1EF9-C2D1-458C-9CBF-099078223138}" srcOrd="0" destOrd="0" presId="urn:microsoft.com/office/officeart/2005/8/layout/vProcess5"/>
    <dgm:cxn modelId="{B5796309-77D2-4616-B7B6-ECC6BCC5B530}" type="presOf" srcId="{8D0643E9-71D1-49BD-8F6E-E0EE4E912A38}" destId="{1B3FF683-9FF8-4026-A96A-56A4F19379BE}" srcOrd="0" destOrd="0" presId="urn:microsoft.com/office/officeart/2005/8/layout/vProcess5"/>
    <dgm:cxn modelId="{F51C220F-9721-4907-9DC4-3376034676B7}" type="presOf" srcId="{101571FB-428E-46FB-BF03-747949D4102E}" destId="{0287B1A0-2BD6-4F62-92E1-17D8D031A2F9}" srcOrd="1" destOrd="0" presId="urn:microsoft.com/office/officeart/2005/8/layout/vProcess5"/>
    <dgm:cxn modelId="{2A34E910-5849-47D7-9229-6A56337FC3D9}" type="presOf" srcId="{2B59ECAA-67B9-4A41-955F-D0CB682E56B2}" destId="{B082496F-6B14-4CC0-AAE9-51D75C9312C2}" srcOrd="1" destOrd="0" presId="urn:microsoft.com/office/officeart/2005/8/layout/vProcess5"/>
    <dgm:cxn modelId="{638E7014-505C-4497-8AF4-9771650A39EC}" srcId="{680DE6E3-810B-43A9-B74F-1BEE45D1BFDB}" destId="{101571FB-428E-46FB-BF03-747949D4102E}" srcOrd="2" destOrd="0" parTransId="{86102750-36BF-4DD9-886B-FE7774A7E96C}" sibTransId="{54B34836-F838-43FF-88CA-E5CDE1314336}"/>
    <dgm:cxn modelId="{FF21D01C-024B-4797-B30E-4FC79855DB50}" srcId="{680DE6E3-810B-43A9-B74F-1BEE45D1BFDB}" destId="{203C74ED-AB54-46F7-B27D-C434594CB9B8}" srcOrd="0" destOrd="0" parTransId="{3CDF0DBD-693B-479B-80ED-932EC6BF42AD}" sibTransId="{38D53C92-4FF4-40A3-ABA0-319898210416}"/>
    <dgm:cxn modelId="{0159CD1E-3DA3-4F7F-8D46-19A38CBA58A5}" type="presOf" srcId="{101571FB-428E-46FB-BF03-747949D4102E}" destId="{A78F7F84-AFAB-4B69-8751-4539FEF9E232}" srcOrd="0" destOrd="0" presId="urn:microsoft.com/office/officeart/2005/8/layout/vProcess5"/>
    <dgm:cxn modelId="{70E57731-241B-447B-B132-89D6C05A7A8D}" srcId="{680DE6E3-810B-43A9-B74F-1BEE45D1BFDB}" destId="{37F9E24E-830D-4D11-84D2-2A78EBEA2A52}" srcOrd="3" destOrd="0" parTransId="{A03B5070-80B3-4BDB-892B-36A41A6C3A91}" sibTransId="{8D0643E9-71D1-49BD-8F6E-E0EE4E912A38}"/>
    <dgm:cxn modelId="{C60DA848-A81B-431B-A860-56FFA2A55A62}" type="presOf" srcId="{9A6533B6-43D2-4324-A898-3A2ECCB27D9B}" destId="{E33DE4E1-4BA8-4D1A-B8FC-7D95C52FB00D}" srcOrd="1" destOrd="0" presId="urn:microsoft.com/office/officeart/2005/8/layout/vProcess5"/>
    <dgm:cxn modelId="{755A6691-195D-43DF-ADAA-96E49B2B2111}" type="presOf" srcId="{38D53C92-4FF4-40A3-ABA0-319898210416}" destId="{361233F1-0895-424B-A7DE-AC2474355083}" srcOrd="0" destOrd="0" presId="urn:microsoft.com/office/officeart/2005/8/layout/vProcess5"/>
    <dgm:cxn modelId="{8E28779F-20ED-43E4-BC6D-CF618DEC5600}" type="presOf" srcId="{680DE6E3-810B-43A9-B74F-1BEE45D1BFDB}" destId="{EA15F93D-4E39-48C2-A9A9-ABD75443CBE0}" srcOrd="0" destOrd="0" presId="urn:microsoft.com/office/officeart/2005/8/layout/vProcess5"/>
    <dgm:cxn modelId="{511AD4A2-D16C-40EA-B79C-7F5041E130DD}" type="presOf" srcId="{203C74ED-AB54-46F7-B27D-C434594CB9B8}" destId="{CFD8F846-E67C-43D6-A18F-DB572E5D5E24}" srcOrd="0" destOrd="0" presId="urn:microsoft.com/office/officeart/2005/8/layout/vProcess5"/>
    <dgm:cxn modelId="{0A0784A6-9081-460B-A9D0-3DD3D59B3626}" type="presOf" srcId="{203C74ED-AB54-46F7-B27D-C434594CB9B8}" destId="{4B7BBDA3-E28D-4FA3-BAC6-9FDAF7E6C8C0}" srcOrd="1" destOrd="0" presId="urn:microsoft.com/office/officeart/2005/8/layout/vProcess5"/>
    <dgm:cxn modelId="{5DB8BDBB-55A9-4FDA-A6A5-78F463BE27A9}" srcId="{680DE6E3-810B-43A9-B74F-1BEE45D1BFDB}" destId="{9A6533B6-43D2-4324-A898-3A2ECCB27D9B}" srcOrd="1" destOrd="0" parTransId="{69224B81-97C6-4C5B-AFC7-1B6D408DF852}" sibTransId="{DEC96676-C124-4B42-9A7C-E9CB3B290151}"/>
    <dgm:cxn modelId="{D95062BE-8E12-45DC-BD4E-41CAE570974C}" type="presOf" srcId="{54B34836-F838-43FF-88CA-E5CDE1314336}" destId="{7C174698-1114-4B25-8E7B-9FA0509EC6DA}" srcOrd="0" destOrd="0" presId="urn:microsoft.com/office/officeart/2005/8/layout/vProcess5"/>
    <dgm:cxn modelId="{75AFD6C3-612F-4BCF-B5EB-2415FB374167}" srcId="{680DE6E3-810B-43A9-B74F-1BEE45D1BFDB}" destId="{2B59ECAA-67B9-4A41-955F-D0CB682E56B2}" srcOrd="4" destOrd="0" parTransId="{358BA93E-7D4C-44CD-9174-DD3B233AE5B8}" sibTransId="{C2AAF5BA-93F8-4182-875D-2C048470B26F}"/>
    <dgm:cxn modelId="{3CFDD6D2-0DF8-4661-BF54-FB64BBAF1994}" type="presOf" srcId="{2B59ECAA-67B9-4A41-955F-D0CB682E56B2}" destId="{F84B0E08-3314-41A4-A0B2-23F8F0DF7D9E}" srcOrd="0" destOrd="0" presId="urn:microsoft.com/office/officeart/2005/8/layout/vProcess5"/>
    <dgm:cxn modelId="{9198A1F8-10DD-4134-A200-BB3306F9B693}" type="presOf" srcId="{37F9E24E-830D-4D11-84D2-2A78EBEA2A52}" destId="{DF7C96F0-A71E-420A-9E5C-222498D02A67}" srcOrd="1" destOrd="0" presId="urn:microsoft.com/office/officeart/2005/8/layout/vProcess5"/>
    <dgm:cxn modelId="{B8DA5FFA-36D0-479D-8DEE-2717CC9B9AA6}" type="presOf" srcId="{DEC96676-C124-4B42-9A7C-E9CB3B290151}" destId="{B8084663-A96C-4C12-AFA8-5F6E57283F34}" srcOrd="0" destOrd="0" presId="urn:microsoft.com/office/officeart/2005/8/layout/vProcess5"/>
    <dgm:cxn modelId="{4974C1AF-5DEE-4F7C-A29F-C4DA058B5786}" type="presParOf" srcId="{EA15F93D-4E39-48C2-A9A9-ABD75443CBE0}" destId="{513343A0-0830-4F45-8A2D-399F509B94B7}" srcOrd="0" destOrd="0" presId="urn:microsoft.com/office/officeart/2005/8/layout/vProcess5"/>
    <dgm:cxn modelId="{A683CDD4-A09A-4B10-AECC-36578FF17F48}" type="presParOf" srcId="{EA15F93D-4E39-48C2-A9A9-ABD75443CBE0}" destId="{CFD8F846-E67C-43D6-A18F-DB572E5D5E24}" srcOrd="1" destOrd="0" presId="urn:microsoft.com/office/officeart/2005/8/layout/vProcess5"/>
    <dgm:cxn modelId="{FD8EB8DD-53F9-4E28-89DC-857A3BE73DE4}" type="presParOf" srcId="{EA15F93D-4E39-48C2-A9A9-ABD75443CBE0}" destId="{FCAA1EF9-C2D1-458C-9CBF-099078223138}" srcOrd="2" destOrd="0" presId="urn:microsoft.com/office/officeart/2005/8/layout/vProcess5"/>
    <dgm:cxn modelId="{479B28C5-23DF-475B-9FE4-E873797B9D05}" type="presParOf" srcId="{EA15F93D-4E39-48C2-A9A9-ABD75443CBE0}" destId="{A78F7F84-AFAB-4B69-8751-4539FEF9E232}" srcOrd="3" destOrd="0" presId="urn:microsoft.com/office/officeart/2005/8/layout/vProcess5"/>
    <dgm:cxn modelId="{7598BAB7-B5A9-4DE1-BF45-F261CA3302FC}" type="presParOf" srcId="{EA15F93D-4E39-48C2-A9A9-ABD75443CBE0}" destId="{4F5B6D0B-C538-4E0D-9590-684A45D006AA}" srcOrd="4" destOrd="0" presId="urn:microsoft.com/office/officeart/2005/8/layout/vProcess5"/>
    <dgm:cxn modelId="{721EE8C3-9A72-4660-BD7F-85F619745449}" type="presParOf" srcId="{EA15F93D-4E39-48C2-A9A9-ABD75443CBE0}" destId="{F84B0E08-3314-41A4-A0B2-23F8F0DF7D9E}" srcOrd="5" destOrd="0" presId="urn:microsoft.com/office/officeart/2005/8/layout/vProcess5"/>
    <dgm:cxn modelId="{87ABA05C-37C9-44C7-A590-B28B4D3E4127}" type="presParOf" srcId="{EA15F93D-4E39-48C2-A9A9-ABD75443CBE0}" destId="{361233F1-0895-424B-A7DE-AC2474355083}" srcOrd="6" destOrd="0" presId="urn:microsoft.com/office/officeart/2005/8/layout/vProcess5"/>
    <dgm:cxn modelId="{19973FB5-824C-49FA-9B5E-197998797A66}" type="presParOf" srcId="{EA15F93D-4E39-48C2-A9A9-ABD75443CBE0}" destId="{B8084663-A96C-4C12-AFA8-5F6E57283F34}" srcOrd="7" destOrd="0" presId="urn:microsoft.com/office/officeart/2005/8/layout/vProcess5"/>
    <dgm:cxn modelId="{72555307-CFA4-4BCE-9BCC-F1ACB5793B8A}" type="presParOf" srcId="{EA15F93D-4E39-48C2-A9A9-ABD75443CBE0}" destId="{7C174698-1114-4B25-8E7B-9FA0509EC6DA}" srcOrd="8" destOrd="0" presId="urn:microsoft.com/office/officeart/2005/8/layout/vProcess5"/>
    <dgm:cxn modelId="{4C9AAA98-E422-4014-933E-5AC02BECF992}" type="presParOf" srcId="{EA15F93D-4E39-48C2-A9A9-ABD75443CBE0}" destId="{1B3FF683-9FF8-4026-A96A-56A4F19379BE}" srcOrd="9" destOrd="0" presId="urn:microsoft.com/office/officeart/2005/8/layout/vProcess5"/>
    <dgm:cxn modelId="{5D5F140F-C084-4649-9AE8-B9E974F3FDFD}" type="presParOf" srcId="{EA15F93D-4E39-48C2-A9A9-ABD75443CBE0}" destId="{4B7BBDA3-E28D-4FA3-BAC6-9FDAF7E6C8C0}" srcOrd="10" destOrd="0" presId="urn:microsoft.com/office/officeart/2005/8/layout/vProcess5"/>
    <dgm:cxn modelId="{AB453C0A-4CC6-4AD7-8F8B-65139BC9B388}" type="presParOf" srcId="{EA15F93D-4E39-48C2-A9A9-ABD75443CBE0}" destId="{E33DE4E1-4BA8-4D1A-B8FC-7D95C52FB00D}" srcOrd="11" destOrd="0" presId="urn:microsoft.com/office/officeart/2005/8/layout/vProcess5"/>
    <dgm:cxn modelId="{E27C410C-AA13-4D4F-8F73-857B18432732}" type="presParOf" srcId="{EA15F93D-4E39-48C2-A9A9-ABD75443CBE0}" destId="{0287B1A0-2BD6-4F62-92E1-17D8D031A2F9}" srcOrd="12" destOrd="0" presId="urn:microsoft.com/office/officeart/2005/8/layout/vProcess5"/>
    <dgm:cxn modelId="{0EC33E4A-FBAB-450B-89B6-18F49463B1B2}" type="presParOf" srcId="{EA15F93D-4E39-48C2-A9A9-ABD75443CBE0}" destId="{DF7C96F0-A71E-420A-9E5C-222498D02A67}" srcOrd="13" destOrd="0" presId="urn:microsoft.com/office/officeart/2005/8/layout/vProcess5"/>
    <dgm:cxn modelId="{889BDBFC-7CA9-40EA-B1BC-88CE78C468BB}" type="presParOf" srcId="{EA15F93D-4E39-48C2-A9A9-ABD75443CBE0}" destId="{B082496F-6B14-4CC0-AAE9-51D75C9312C2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4612E72-CF90-4012-A775-8B5D4EF8352D}" type="doc">
      <dgm:prSet loTypeId="urn:microsoft.com/office/officeart/2005/8/layout/vProcess5" loCatId="process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4F726C7-2F64-4E67-ADD0-B09B8C202A83}">
      <dgm:prSet/>
      <dgm:spPr/>
      <dgm:t>
        <a:bodyPr/>
        <a:lstStyle/>
        <a:p>
          <a:r>
            <a:rPr lang="en-US"/>
            <a:t>Include a summary at the beginning of the program to explain what the program does, its key features, its supporting data structures, and any unique techniques it uses. </a:t>
          </a:r>
        </a:p>
      </dgm:t>
    </dgm:pt>
    <dgm:pt modelId="{4107A855-EDA7-4BC1-A93F-2B82EEC7CF1B}" type="parTrans" cxnId="{C290018C-2B57-4847-8CA7-A9D3D0A2854E}">
      <dgm:prSet/>
      <dgm:spPr/>
      <dgm:t>
        <a:bodyPr/>
        <a:lstStyle/>
        <a:p>
          <a:endParaRPr lang="en-US"/>
        </a:p>
      </dgm:t>
    </dgm:pt>
    <dgm:pt modelId="{A3CB67AF-AFA3-488E-B34B-988EF91CADD2}" type="sibTrans" cxnId="{C290018C-2B57-4847-8CA7-A9D3D0A2854E}">
      <dgm:prSet/>
      <dgm:spPr/>
      <dgm:t>
        <a:bodyPr/>
        <a:lstStyle/>
        <a:p>
          <a:endParaRPr lang="en-US"/>
        </a:p>
      </dgm:t>
    </dgm:pt>
    <dgm:pt modelId="{2C6DCE25-8E43-43C1-8283-E0930806ECD1}">
      <dgm:prSet/>
      <dgm:spPr/>
      <dgm:t>
        <a:bodyPr/>
        <a:lstStyle/>
        <a:p>
          <a:r>
            <a:rPr lang="en-US"/>
            <a:t>Include your </a:t>
          </a:r>
          <a:r>
            <a:rPr lang="en-US" b="1"/>
            <a:t>name, class section, instructor, date, and a brief description of program </a:t>
          </a:r>
          <a:r>
            <a:rPr lang="en-US"/>
            <a:t>at the beginning of the program. </a:t>
          </a:r>
        </a:p>
      </dgm:t>
    </dgm:pt>
    <dgm:pt modelId="{C10AB7EC-8F15-457F-B4F3-7E1D8506ED65}" type="parTrans" cxnId="{BABD08F9-2C68-4CF9-A6C6-557166C4E771}">
      <dgm:prSet/>
      <dgm:spPr/>
      <dgm:t>
        <a:bodyPr/>
        <a:lstStyle/>
        <a:p>
          <a:endParaRPr lang="en-US"/>
        </a:p>
      </dgm:t>
    </dgm:pt>
    <dgm:pt modelId="{EEF28789-D9C8-4DB7-A2CE-206E0CEA46CF}" type="sibTrans" cxnId="{BABD08F9-2C68-4CF9-A6C6-557166C4E771}">
      <dgm:prSet/>
      <dgm:spPr/>
      <dgm:t>
        <a:bodyPr/>
        <a:lstStyle/>
        <a:p>
          <a:endParaRPr lang="en-US"/>
        </a:p>
      </dgm:t>
    </dgm:pt>
    <dgm:pt modelId="{B900A0BB-BC95-46FB-862E-7D5B80877254}" type="pres">
      <dgm:prSet presAssocID="{D4612E72-CF90-4012-A775-8B5D4EF8352D}" presName="outerComposite" presStyleCnt="0">
        <dgm:presLayoutVars>
          <dgm:chMax val="5"/>
          <dgm:dir/>
          <dgm:resizeHandles val="exact"/>
        </dgm:presLayoutVars>
      </dgm:prSet>
      <dgm:spPr/>
    </dgm:pt>
    <dgm:pt modelId="{0AFD3801-00AB-4BCA-A74B-CD57955785CB}" type="pres">
      <dgm:prSet presAssocID="{D4612E72-CF90-4012-A775-8B5D4EF8352D}" presName="dummyMaxCanvas" presStyleCnt="0">
        <dgm:presLayoutVars/>
      </dgm:prSet>
      <dgm:spPr/>
    </dgm:pt>
    <dgm:pt modelId="{05F2E467-25E5-47B9-A8E0-FD9A311B8FEE}" type="pres">
      <dgm:prSet presAssocID="{D4612E72-CF90-4012-A775-8B5D4EF8352D}" presName="TwoNodes_1" presStyleLbl="node1" presStyleIdx="0" presStyleCnt="2">
        <dgm:presLayoutVars>
          <dgm:bulletEnabled val="1"/>
        </dgm:presLayoutVars>
      </dgm:prSet>
      <dgm:spPr/>
    </dgm:pt>
    <dgm:pt modelId="{2A2179E2-9379-4EC1-BC95-B8F6F4E96BC2}" type="pres">
      <dgm:prSet presAssocID="{D4612E72-CF90-4012-A775-8B5D4EF8352D}" presName="TwoNodes_2" presStyleLbl="node1" presStyleIdx="1" presStyleCnt="2">
        <dgm:presLayoutVars>
          <dgm:bulletEnabled val="1"/>
        </dgm:presLayoutVars>
      </dgm:prSet>
      <dgm:spPr/>
    </dgm:pt>
    <dgm:pt modelId="{1905B33D-496B-4003-807C-4FC3DFD8177F}" type="pres">
      <dgm:prSet presAssocID="{D4612E72-CF90-4012-A775-8B5D4EF8352D}" presName="TwoConn_1-2" presStyleLbl="fgAccFollowNode1" presStyleIdx="0" presStyleCnt="1">
        <dgm:presLayoutVars>
          <dgm:bulletEnabled val="1"/>
        </dgm:presLayoutVars>
      </dgm:prSet>
      <dgm:spPr/>
    </dgm:pt>
    <dgm:pt modelId="{E6205F61-C6A5-4E39-9F3B-F7AE7B0FB73D}" type="pres">
      <dgm:prSet presAssocID="{D4612E72-CF90-4012-A775-8B5D4EF8352D}" presName="TwoNodes_1_text" presStyleLbl="node1" presStyleIdx="1" presStyleCnt="2">
        <dgm:presLayoutVars>
          <dgm:bulletEnabled val="1"/>
        </dgm:presLayoutVars>
      </dgm:prSet>
      <dgm:spPr/>
    </dgm:pt>
    <dgm:pt modelId="{02751C5D-9CE6-4524-B0B9-1A8322A96B71}" type="pres">
      <dgm:prSet presAssocID="{D4612E72-CF90-4012-A775-8B5D4EF8352D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B12E091B-2F99-45F2-8D8F-CEE90D600372}" type="presOf" srcId="{2C6DCE25-8E43-43C1-8283-E0930806ECD1}" destId="{02751C5D-9CE6-4524-B0B9-1A8322A96B71}" srcOrd="1" destOrd="0" presId="urn:microsoft.com/office/officeart/2005/8/layout/vProcess5"/>
    <dgm:cxn modelId="{A332DB1C-CD44-4EB9-AC33-F68FD7D1D8A9}" type="presOf" srcId="{F4F726C7-2F64-4E67-ADD0-B09B8C202A83}" destId="{05F2E467-25E5-47B9-A8E0-FD9A311B8FEE}" srcOrd="0" destOrd="0" presId="urn:microsoft.com/office/officeart/2005/8/layout/vProcess5"/>
    <dgm:cxn modelId="{9E16D66B-309A-4DC6-BBD0-CBA616FBFC77}" type="presOf" srcId="{A3CB67AF-AFA3-488E-B34B-988EF91CADD2}" destId="{1905B33D-496B-4003-807C-4FC3DFD8177F}" srcOrd="0" destOrd="0" presId="urn:microsoft.com/office/officeart/2005/8/layout/vProcess5"/>
    <dgm:cxn modelId="{F6880C55-AE37-445D-BF5B-D761574E9578}" type="presOf" srcId="{F4F726C7-2F64-4E67-ADD0-B09B8C202A83}" destId="{E6205F61-C6A5-4E39-9F3B-F7AE7B0FB73D}" srcOrd="1" destOrd="0" presId="urn:microsoft.com/office/officeart/2005/8/layout/vProcess5"/>
    <dgm:cxn modelId="{C290018C-2B57-4847-8CA7-A9D3D0A2854E}" srcId="{D4612E72-CF90-4012-A775-8B5D4EF8352D}" destId="{F4F726C7-2F64-4E67-ADD0-B09B8C202A83}" srcOrd="0" destOrd="0" parTransId="{4107A855-EDA7-4BC1-A93F-2B82EEC7CF1B}" sibTransId="{A3CB67AF-AFA3-488E-B34B-988EF91CADD2}"/>
    <dgm:cxn modelId="{111DDDD6-A1F5-4303-89FF-2DD502D054D3}" type="presOf" srcId="{2C6DCE25-8E43-43C1-8283-E0930806ECD1}" destId="{2A2179E2-9379-4EC1-BC95-B8F6F4E96BC2}" srcOrd="0" destOrd="0" presId="urn:microsoft.com/office/officeart/2005/8/layout/vProcess5"/>
    <dgm:cxn modelId="{83B338F8-3015-4B03-814E-DC36CEED40FB}" type="presOf" srcId="{D4612E72-CF90-4012-A775-8B5D4EF8352D}" destId="{B900A0BB-BC95-46FB-862E-7D5B80877254}" srcOrd="0" destOrd="0" presId="urn:microsoft.com/office/officeart/2005/8/layout/vProcess5"/>
    <dgm:cxn modelId="{BABD08F9-2C68-4CF9-A6C6-557166C4E771}" srcId="{D4612E72-CF90-4012-A775-8B5D4EF8352D}" destId="{2C6DCE25-8E43-43C1-8283-E0930806ECD1}" srcOrd="1" destOrd="0" parTransId="{C10AB7EC-8F15-457F-B4F3-7E1D8506ED65}" sibTransId="{EEF28789-D9C8-4DB7-A2CE-206E0CEA46CF}"/>
    <dgm:cxn modelId="{EFFCFEB3-FC33-42EC-9825-952CACCC2048}" type="presParOf" srcId="{B900A0BB-BC95-46FB-862E-7D5B80877254}" destId="{0AFD3801-00AB-4BCA-A74B-CD57955785CB}" srcOrd="0" destOrd="0" presId="urn:microsoft.com/office/officeart/2005/8/layout/vProcess5"/>
    <dgm:cxn modelId="{EE38C18E-4205-41BC-94F4-576028014C34}" type="presParOf" srcId="{B900A0BB-BC95-46FB-862E-7D5B80877254}" destId="{05F2E467-25E5-47B9-A8E0-FD9A311B8FEE}" srcOrd="1" destOrd="0" presId="urn:microsoft.com/office/officeart/2005/8/layout/vProcess5"/>
    <dgm:cxn modelId="{3A48236B-299A-49AA-8E18-EF323CD1078E}" type="presParOf" srcId="{B900A0BB-BC95-46FB-862E-7D5B80877254}" destId="{2A2179E2-9379-4EC1-BC95-B8F6F4E96BC2}" srcOrd="2" destOrd="0" presId="urn:microsoft.com/office/officeart/2005/8/layout/vProcess5"/>
    <dgm:cxn modelId="{C8C32ACA-5438-4431-9E33-5A1DB913DA3E}" type="presParOf" srcId="{B900A0BB-BC95-46FB-862E-7D5B80877254}" destId="{1905B33D-496B-4003-807C-4FC3DFD8177F}" srcOrd="3" destOrd="0" presId="urn:microsoft.com/office/officeart/2005/8/layout/vProcess5"/>
    <dgm:cxn modelId="{FC0FD1EB-E862-4C91-8D46-C844B81CBF3A}" type="presParOf" srcId="{B900A0BB-BC95-46FB-862E-7D5B80877254}" destId="{E6205F61-C6A5-4E39-9F3B-F7AE7B0FB73D}" srcOrd="4" destOrd="0" presId="urn:microsoft.com/office/officeart/2005/8/layout/vProcess5"/>
    <dgm:cxn modelId="{A05D347B-609E-4974-9C4A-973D2D56A14C}" type="presParOf" srcId="{B900A0BB-BC95-46FB-862E-7D5B80877254}" destId="{02751C5D-9CE6-4524-B0B9-1A8322A96B71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1AAF9BB-0320-4D62-9381-F47C63C9D9B9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B54344C-257F-4953-8B17-43C7D29B6811}">
      <dgm:prSet/>
      <dgm:spPr/>
      <dgm:t>
        <a:bodyPr/>
        <a:lstStyle/>
        <a:p>
          <a:r>
            <a:rPr lang="en-US"/>
            <a:t>Choose meaningful and descriptive names.</a:t>
          </a:r>
        </a:p>
      </dgm:t>
    </dgm:pt>
    <dgm:pt modelId="{418EFE10-E3AF-43FD-A992-7865D9D17920}" type="parTrans" cxnId="{0212C9B4-2E97-4B1C-8C93-836FCDABBEEE}">
      <dgm:prSet/>
      <dgm:spPr/>
      <dgm:t>
        <a:bodyPr/>
        <a:lstStyle/>
        <a:p>
          <a:endParaRPr lang="en-US"/>
        </a:p>
      </dgm:t>
    </dgm:pt>
    <dgm:pt modelId="{D1F6C932-2190-4F06-89E3-62726A68BB4B}" type="sibTrans" cxnId="{0212C9B4-2E97-4B1C-8C93-836FCDABBEEE}">
      <dgm:prSet/>
      <dgm:spPr/>
      <dgm:t>
        <a:bodyPr/>
        <a:lstStyle/>
        <a:p>
          <a:endParaRPr lang="en-US"/>
        </a:p>
      </dgm:t>
    </dgm:pt>
    <dgm:pt modelId="{847E2B2A-9F1C-4F27-867C-59A10F4B6EFD}">
      <dgm:prSet/>
      <dgm:spPr/>
      <dgm:t>
        <a:bodyPr/>
        <a:lstStyle/>
        <a:p>
          <a:r>
            <a:rPr lang="en-US"/>
            <a:t>Variables and method names:  </a:t>
          </a:r>
        </a:p>
      </dgm:t>
    </dgm:pt>
    <dgm:pt modelId="{F9D4FCF6-6E3E-4B1B-BBEA-A7398ED7C26E}" type="parTrans" cxnId="{AEA3741D-8203-4B73-9F4C-FDD85E222405}">
      <dgm:prSet/>
      <dgm:spPr/>
      <dgm:t>
        <a:bodyPr/>
        <a:lstStyle/>
        <a:p>
          <a:endParaRPr lang="en-US"/>
        </a:p>
      </dgm:t>
    </dgm:pt>
    <dgm:pt modelId="{CADE1172-7CEC-4625-876F-003BECD4F481}" type="sibTrans" cxnId="{AEA3741D-8203-4B73-9F4C-FDD85E222405}">
      <dgm:prSet/>
      <dgm:spPr/>
      <dgm:t>
        <a:bodyPr/>
        <a:lstStyle/>
        <a:p>
          <a:endParaRPr lang="en-US"/>
        </a:p>
      </dgm:t>
    </dgm:pt>
    <dgm:pt modelId="{963A704A-8477-4F8E-8558-A106025CCA36}">
      <dgm:prSet/>
      <dgm:spPr/>
      <dgm:t>
        <a:bodyPr/>
        <a:lstStyle/>
        <a:p>
          <a:r>
            <a:rPr lang="en-US"/>
            <a:t>Use lowercase</a:t>
          </a:r>
        </a:p>
      </dgm:t>
    </dgm:pt>
    <dgm:pt modelId="{497C933D-30FE-4ABE-8126-C55B655FDC63}" type="parTrans" cxnId="{B23D9AA6-858E-4F88-8519-9F35FB807A15}">
      <dgm:prSet/>
      <dgm:spPr/>
      <dgm:t>
        <a:bodyPr/>
        <a:lstStyle/>
        <a:p>
          <a:endParaRPr lang="en-US"/>
        </a:p>
      </dgm:t>
    </dgm:pt>
    <dgm:pt modelId="{EE670BA6-AB75-4222-9C05-9E4070131F4B}" type="sibTrans" cxnId="{B23D9AA6-858E-4F88-8519-9F35FB807A15}">
      <dgm:prSet/>
      <dgm:spPr/>
      <dgm:t>
        <a:bodyPr/>
        <a:lstStyle/>
        <a:p>
          <a:endParaRPr lang="en-US"/>
        </a:p>
      </dgm:t>
    </dgm:pt>
    <dgm:pt modelId="{56F61887-C81B-4C77-A3B5-B472304C04EA}">
      <dgm:prSet/>
      <dgm:spPr/>
      <dgm:t>
        <a:bodyPr/>
        <a:lstStyle/>
        <a:p>
          <a:r>
            <a:rPr lang="en-US"/>
            <a:t>If the name consists of several words, concatenate all in one, use lowercase for the first word, and capitalize the first letter of each subsequent word in the name</a:t>
          </a:r>
        </a:p>
      </dgm:t>
    </dgm:pt>
    <dgm:pt modelId="{5991EC19-2144-449F-89BC-AC09CAB05B68}" type="parTrans" cxnId="{5BF251FF-21A6-4939-8A56-D6AFEEB32D45}">
      <dgm:prSet/>
      <dgm:spPr/>
      <dgm:t>
        <a:bodyPr/>
        <a:lstStyle/>
        <a:p>
          <a:endParaRPr lang="en-US"/>
        </a:p>
      </dgm:t>
    </dgm:pt>
    <dgm:pt modelId="{E8C5D61B-13EA-445D-A7DC-1D304758E6E5}" type="sibTrans" cxnId="{5BF251FF-21A6-4939-8A56-D6AFEEB32D45}">
      <dgm:prSet/>
      <dgm:spPr/>
      <dgm:t>
        <a:bodyPr/>
        <a:lstStyle/>
        <a:p>
          <a:endParaRPr lang="en-US"/>
        </a:p>
      </dgm:t>
    </dgm:pt>
    <dgm:pt modelId="{A2D078B8-4A5E-4650-97DA-BF88DBA56D67}">
      <dgm:prSet/>
      <dgm:spPr/>
      <dgm:t>
        <a:bodyPr/>
        <a:lstStyle/>
        <a:p>
          <a:r>
            <a:rPr lang="en-US"/>
            <a:t>For example, the variables radius and area, and the method computeArea. </a:t>
          </a:r>
        </a:p>
      </dgm:t>
    </dgm:pt>
    <dgm:pt modelId="{05A89807-6758-4574-95FE-1E3C60740D23}" type="parTrans" cxnId="{03D31ADE-8B1F-4178-82BC-63EEEEE87949}">
      <dgm:prSet/>
      <dgm:spPr/>
      <dgm:t>
        <a:bodyPr/>
        <a:lstStyle/>
        <a:p>
          <a:endParaRPr lang="en-US"/>
        </a:p>
      </dgm:t>
    </dgm:pt>
    <dgm:pt modelId="{75E105D0-4C2C-49B4-ACFC-5EB19CD3BBA5}" type="sibTrans" cxnId="{03D31ADE-8B1F-4178-82BC-63EEEEE87949}">
      <dgm:prSet/>
      <dgm:spPr/>
      <dgm:t>
        <a:bodyPr/>
        <a:lstStyle/>
        <a:p>
          <a:endParaRPr lang="en-US"/>
        </a:p>
      </dgm:t>
    </dgm:pt>
    <dgm:pt modelId="{AEB3FF74-2E76-4A4F-BDB1-246A4F8BA727}" type="pres">
      <dgm:prSet presAssocID="{41AAF9BB-0320-4D62-9381-F47C63C9D9B9}" presName="linear" presStyleCnt="0">
        <dgm:presLayoutVars>
          <dgm:dir/>
          <dgm:animLvl val="lvl"/>
          <dgm:resizeHandles val="exact"/>
        </dgm:presLayoutVars>
      </dgm:prSet>
      <dgm:spPr/>
    </dgm:pt>
    <dgm:pt modelId="{FB67C443-5680-481F-8F1E-9CF6E47BE3AF}" type="pres">
      <dgm:prSet presAssocID="{BB54344C-257F-4953-8B17-43C7D29B6811}" presName="parentLin" presStyleCnt="0"/>
      <dgm:spPr/>
    </dgm:pt>
    <dgm:pt modelId="{BDB434BB-CE73-42CE-B641-8B14B8827AA9}" type="pres">
      <dgm:prSet presAssocID="{BB54344C-257F-4953-8B17-43C7D29B6811}" presName="parentLeftMargin" presStyleLbl="node1" presStyleIdx="0" presStyleCnt="2"/>
      <dgm:spPr/>
    </dgm:pt>
    <dgm:pt modelId="{875B7EF2-9CA9-4EB2-8F0B-A58A13D04C5E}" type="pres">
      <dgm:prSet presAssocID="{BB54344C-257F-4953-8B17-43C7D29B681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3612C92-9854-43DC-96FE-C24AD318CF8E}" type="pres">
      <dgm:prSet presAssocID="{BB54344C-257F-4953-8B17-43C7D29B6811}" presName="negativeSpace" presStyleCnt="0"/>
      <dgm:spPr/>
    </dgm:pt>
    <dgm:pt modelId="{98D2C000-D5FB-4E40-836F-B4BE7CEE848E}" type="pres">
      <dgm:prSet presAssocID="{BB54344C-257F-4953-8B17-43C7D29B6811}" presName="childText" presStyleLbl="conFgAcc1" presStyleIdx="0" presStyleCnt="2">
        <dgm:presLayoutVars>
          <dgm:bulletEnabled val="1"/>
        </dgm:presLayoutVars>
      </dgm:prSet>
      <dgm:spPr/>
    </dgm:pt>
    <dgm:pt modelId="{E14484C7-1BEB-4EF9-A654-674E46D3AA36}" type="pres">
      <dgm:prSet presAssocID="{D1F6C932-2190-4F06-89E3-62726A68BB4B}" presName="spaceBetweenRectangles" presStyleCnt="0"/>
      <dgm:spPr/>
    </dgm:pt>
    <dgm:pt modelId="{9983860A-7BB9-4092-888B-450AE1EE9BF3}" type="pres">
      <dgm:prSet presAssocID="{847E2B2A-9F1C-4F27-867C-59A10F4B6EFD}" presName="parentLin" presStyleCnt="0"/>
      <dgm:spPr/>
    </dgm:pt>
    <dgm:pt modelId="{934C1D9D-5DE6-4FC7-A79D-6F3A16D85811}" type="pres">
      <dgm:prSet presAssocID="{847E2B2A-9F1C-4F27-867C-59A10F4B6EFD}" presName="parentLeftMargin" presStyleLbl="node1" presStyleIdx="0" presStyleCnt="2"/>
      <dgm:spPr/>
    </dgm:pt>
    <dgm:pt modelId="{726D66A2-83D0-4E55-BBC1-7583ABEEC210}" type="pres">
      <dgm:prSet presAssocID="{847E2B2A-9F1C-4F27-867C-59A10F4B6EF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62162D2-BB06-4875-976C-B94441281F90}" type="pres">
      <dgm:prSet presAssocID="{847E2B2A-9F1C-4F27-867C-59A10F4B6EFD}" presName="negativeSpace" presStyleCnt="0"/>
      <dgm:spPr/>
    </dgm:pt>
    <dgm:pt modelId="{4545A5AA-9764-41CC-ACCA-24D7E8CCEFEC}" type="pres">
      <dgm:prSet presAssocID="{847E2B2A-9F1C-4F27-867C-59A10F4B6EFD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E7596504-31B2-4EB8-B49C-A0649B000605}" type="presOf" srcId="{847E2B2A-9F1C-4F27-867C-59A10F4B6EFD}" destId="{726D66A2-83D0-4E55-BBC1-7583ABEEC210}" srcOrd="1" destOrd="0" presId="urn:microsoft.com/office/officeart/2005/8/layout/list1"/>
    <dgm:cxn modelId="{6ACBF70C-0D6B-425E-98E0-9C7256D01024}" type="presOf" srcId="{A2D078B8-4A5E-4650-97DA-BF88DBA56D67}" destId="{4545A5AA-9764-41CC-ACCA-24D7E8CCEFEC}" srcOrd="0" destOrd="2" presId="urn:microsoft.com/office/officeart/2005/8/layout/list1"/>
    <dgm:cxn modelId="{1EFBE619-D5C2-468F-B5C2-DBDF26F5E498}" type="presOf" srcId="{847E2B2A-9F1C-4F27-867C-59A10F4B6EFD}" destId="{934C1D9D-5DE6-4FC7-A79D-6F3A16D85811}" srcOrd="0" destOrd="0" presId="urn:microsoft.com/office/officeart/2005/8/layout/list1"/>
    <dgm:cxn modelId="{AEA3741D-8203-4B73-9F4C-FDD85E222405}" srcId="{41AAF9BB-0320-4D62-9381-F47C63C9D9B9}" destId="{847E2B2A-9F1C-4F27-867C-59A10F4B6EFD}" srcOrd="1" destOrd="0" parTransId="{F9D4FCF6-6E3E-4B1B-BBEA-A7398ED7C26E}" sibTransId="{CADE1172-7CEC-4625-876F-003BECD4F481}"/>
    <dgm:cxn modelId="{5041042D-4CF2-4213-8A9A-0679A8A6985C}" type="presOf" srcId="{56F61887-C81B-4C77-A3B5-B472304C04EA}" destId="{4545A5AA-9764-41CC-ACCA-24D7E8CCEFEC}" srcOrd="0" destOrd="1" presId="urn:microsoft.com/office/officeart/2005/8/layout/list1"/>
    <dgm:cxn modelId="{B5E3E64D-EFA5-4E09-87D4-3254AFB42CC5}" type="presOf" srcId="{963A704A-8477-4F8E-8558-A106025CCA36}" destId="{4545A5AA-9764-41CC-ACCA-24D7E8CCEFEC}" srcOrd="0" destOrd="0" presId="urn:microsoft.com/office/officeart/2005/8/layout/list1"/>
    <dgm:cxn modelId="{ED6D4854-2CA2-40DD-A83C-FAA2DFFC3B1B}" type="presOf" srcId="{BB54344C-257F-4953-8B17-43C7D29B6811}" destId="{BDB434BB-CE73-42CE-B641-8B14B8827AA9}" srcOrd="0" destOrd="0" presId="urn:microsoft.com/office/officeart/2005/8/layout/list1"/>
    <dgm:cxn modelId="{CCDA7757-2234-49BB-83F8-09F7088E308F}" type="presOf" srcId="{41AAF9BB-0320-4D62-9381-F47C63C9D9B9}" destId="{AEB3FF74-2E76-4A4F-BDB1-246A4F8BA727}" srcOrd="0" destOrd="0" presId="urn:microsoft.com/office/officeart/2005/8/layout/list1"/>
    <dgm:cxn modelId="{0F69BC90-71C1-419E-A37C-4ACA15A605BE}" type="presOf" srcId="{BB54344C-257F-4953-8B17-43C7D29B6811}" destId="{875B7EF2-9CA9-4EB2-8F0B-A58A13D04C5E}" srcOrd="1" destOrd="0" presId="urn:microsoft.com/office/officeart/2005/8/layout/list1"/>
    <dgm:cxn modelId="{B23D9AA6-858E-4F88-8519-9F35FB807A15}" srcId="{847E2B2A-9F1C-4F27-867C-59A10F4B6EFD}" destId="{963A704A-8477-4F8E-8558-A106025CCA36}" srcOrd="0" destOrd="0" parTransId="{497C933D-30FE-4ABE-8126-C55B655FDC63}" sibTransId="{EE670BA6-AB75-4222-9C05-9E4070131F4B}"/>
    <dgm:cxn modelId="{0212C9B4-2E97-4B1C-8C93-836FCDABBEEE}" srcId="{41AAF9BB-0320-4D62-9381-F47C63C9D9B9}" destId="{BB54344C-257F-4953-8B17-43C7D29B6811}" srcOrd="0" destOrd="0" parTransId="{418EFE10-E3AF-43FD-A992-7865D9D17920}" sibTransId="{D1F6C932-2190-4F06-89E3-62726A68BB4B}"/>
    <dgm:cxn modelId="{03D31ADE-8B1F-4178-82BC-63EEEEE87949}" srcId="{963A704A-8477-4F8E-8558-A106025CCA36}" destId="{A2D078B8-4A5E-4650-97DA-BF88DBA56D67}" srcOrd="1" destOrd="0" parTransId="{05A89807-6758-4574-95FE-1E3C60740D23}" sibTransId="{75E105D0-4C2C-49B4-ACFC-5EB19CD3BBA5}"/>
    <dgm:cxn modelId="{5BF251FF-21A6-4939-8A56-D6AFEEB32D45}" srcId="{963A704A-8477-4F8E-8558-A106025CCA36}" destId="{56F61887-C81B-4C77-A3B5-B472304C04EA}" srcOrd="0" destOrd="0" parTransId="{5991EC19-2144-449F-89BC-AC09CAB05B68}" sibTransId="{E8C5D61B-13EA-445D-A7DC-1D304758E6E5}"/>
    <dgm:cxn modelId="{5F662EB1-2A72-42DC-AC71-A77C0D23ADEE}" type="presParOf" srcId="{AEB3FF74-2E76-4A4F-BDB1-246A4F8BA727}" destId="{FB67C443-5680-481F-8F1E-9CF6E47BE3AF}" srcOrd="0" destOrd="0" presId="urn:microsoft.com/office/officeart/2005/8/layout/list1"/>
    <dgm:cxn modelId="{B4FDCDB3-AEE4-4BBE-BDCF-52CD35E3AB4B}" type="presParOf" srcId="{FB67C443-5680-481F-8F1E-9CF6E47BE3AF}" destId="{BDB434BB-CE73-42CE-B641-8B14B8827AA9}" srcOrd="0" destOrd="0" presId="urn:microsoft.com/office/officeart/2005/8/layout/list1"/>
    <dgm:cxn modelId="{14A43AE3-17A0-4CC7-BDA8-9B8343798A93}" type="presParOf" srcId="{FB67C443-5680-481F-8F1E-9CF6E47BE3AF}" destId="{875B7EF2-9CA9-4EB2-8F0B-A58A13D04C5E}" srcOrd="1" destOrd="0" presId="urn:microsoft.com/office/officeart/2005/8/layout/list1"/>
    <dgm:cxn modelId="{C0DF844E-9E4C-4BAB-B2FE-2C0CCDA76067}" type="presParOf" srcId="{AEB3FF74-2E76-4A4F-BDB1-246A4F8BA727}" destId="{E3612C92-9854-43DC-96FE-C24AD318CF8E}" srcOrd="1" destOrd="0" presId="urn:microsoft.com/office/officeart/2005/8/layout/list1"/>
    <dgm:cxn modelId="{C42BF588-9CEC-4541-8E0C-C86ECFBB7FDA}" type="presParOf" srcId="{AEB3FF74-2E76-4A4F-BDB1-246A4F8BA727}" destId="{98D2C000-D5FB-4E40-836F-B4BE7CEE848E}" srcOrd="2" destOrd="0" presId="urn:microsoft.com/office/officeart/2005/8/layout/list1"/>
    <dgm:cxn modelId="{70542197-A2CC-48A1-9A04-D2658C827C8B}" type="presParOf" srcId="{AEB3FF74-2E76-4A4F-BDB1-246A4F8BA727}" destId="{E14484C7-1BEB-4EF9-A654-674E46D3AA36}" srcOrd="3" destOrd="0" presId="urn:microsoft.com/office/officeart/2005/8/layout/list1"/>
    <dgm:cxn modelId="{CAA8224C-6A00-4777-8E4A-50142CA98987}" type="presParOf" srcId="{AEB3FF74-2E76-4A4F-BDB1-246A4F8BA727}" destId="{9983860A-7BB9-4092-888B-450AE1EE9BF3}" srcOrd="4" destOrd="0" presId="urn:microsoft.com/office/officeart/2005/8/layout/list1"/>
    <dgm:cxn modelId="{B8EBC991-1AA2-40F2-8A77-5CA26AF84475}" type="presParOf" srcId="{9983860A-7BB9-4092-888B-450AE1EE9BF3}" destId="{934C1D9D-5DE6-4FC7-A79D-6F3A16D85811}" srcOrd="0" destOrd="0" presId="urn:microsoft.com/office/officeart/2005/8/layout/list1"/>
    <dgm:cxn modelId="{C7F6F92E-97EE-45C4-A5A1-ABF940513017}" type="presParOf" srcId="{9983860A-7BB9-4092-888B-450AE1EE9BF3}" destId="{726D66A2-83D0-4E55-BBC1-7583ABEEC210}" srcOrd="1" destOrd="0" presId="urn:microsoft.com/office/officeart/2005/8/layout/list1"/>
    <dgm:cxn modelId="{1429E3E3-391D-4332-83AF-55307AD28021}" type="presParOf" srcId="{AEB3FF74-2E76-4A4F-BDB1-246A4F8BA727}" destId="{562162D2-BB06-4875-976C-B94441281F90}" srcOrd="5" destOrd="0" presId="urn:microsoft.com/office/officeart/2005/8/layout/list1"/>
    <dgm:cxn modelId="{337BC655-EB14-479D-A350-B214A1C5C65E}" type="presParOf" srcId="{AEB3FF74-2E76-4A4F-BDB1-246A4F8BA727}" destId="{4545A5AA-9764-41CC-ACCA-24D7E8CCEFEC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9884AF0-B735-4BC2-9D63-65417D43618A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CF7B0EA-8D77-479E-B0F6-520AD644445D}">
      <dgm:prSet/>
      <dgm:spPr/>
      <dgm:t>
        <a:bodyPr/>
        <a:lstStyle/>
        <a:p>
          <a:r>
            <a:rPr lang="en-US"/>
            <a:t>Class names: </a:t>
          </a:r>
        </a:p>
      </dgm:t>
    </dgm:pt>
    <dgm:pt modelId="{986BF99F-7E87-4B39-8FC7-3827DAED55FE}" type="parTrans" cxnId="{FD24283C-5CD9-4918-BB36-5F88F62249A3}">
      <dgm:prSet/>
      <dgm:spPr/>
      <dgm:t>
        <a:bodyPr/>
        <a:lstStyle/>
        <a:p>
          <a:endParaRPr lang="en-US"/>
        </a:p>
      </dgm:t>
    </dgm:pt>
    <dgm:pt modelId="{F0A87F5F-06B3-47FB-91B3-F96AB6898AAB}" type="sibTrans" cxnId="{FD24283C-5CD9-4918-BB36-5F88F62249A3}">
      <dgm:prSet/>
      <dgm:spPr/>
      <dgm:t>
        <a:bodyPr/>
        <a:lstStyle/>
        <a:p>
          <a:endParaRPr lang="en-US"/>
        </a:p>
      </dgm:t>
    </dgm:pt>
    <dgm:pt modelId="{E2F7D40E-B1FD-44D1-90D8-225C8470C20E}">
      <dgm:prSet/>
      <dgm:spPr/>
      <dgm:t>
        <a:bodyPr/>
        <a:lstStyle/>
        <a:p>
          <a:r>
            <a:rPr lang="en-US"/>
            <a:t>Capitalize the first letter of each word in the name. </a:t>
          </a:r>
        </a:p>
      </dgm:t>
    </dgm:pt>
    <dgm:pt modelId="{27436E47-C682-481A-A92D-A46FCD21A365}" type="parTrans" cxnId="{17F7F106-C8DF-443B-9292-0BACB1199F9F}">
      <dgm:prSet/>
      <dgm:spPr/>
      <dgm:t>
        <a:bodyPr/>
        <a:lstStyle/>
        <a:p>
          <a:endParaRPr lang="en-US"/>
        </a:p>
      </dgm:t>
    </dgm:pt>
    <dgm:pt modelId="{5F503D5B-A23A-4ECC-AA71-9683472B3B88}" type="sibTrans" cxnId="{17F7F106-C8DF-443B-9292-0BACB1199F9F}">
      <dgm:prSet/>
      <dgm:spPr/>
      <dgm:t>
        <a:bodyPr/>
        <a:lstStyle/>
        <a:p>
          <a:endParaRPr lang="en-US"/>
        </a:p>
      </dgm:t>
    </dgm:pt>
    <dgm:pt modelId="{8FB98E37-3241-43BF-B744-8E9C2A8A4738}">
      <dgm:prSet/>
      <dgm:spPr/>
      <dgm:t>
        <a:bodyPr/>
        <a:lstStyle/>
        <a:p>
          <a:r>
            <a:rPr lang="en-US"/>
            <a:t>For example, the class name ComputeArea.</a:t>
          </a:r>
        </a:p>
      </dgm:t>
    </dgm:pt>
    <dgm:pt modelId="{A56A03B7-BBBF-43A2-9EA1-B4F31BD3D152}" type="parTrans" cxnId="{5768041E-F360-465F-8C28-5A67D93FAAD5}">
      <dgm:prSet/>
      <dgm:spPr/>
      <dgm:t>
        <a:bodyPr/>
        <a:lstStyle/>
        <a:p>
          <a:endParaRPr lang="en-US"/>
        </a:p>
      </dgm:t>
    </dgm:pt>
    <dgm:pt modelId="{3CADC9F7-D819-4F8A-9EFF-38AA9930308B}" type="sibTrans" cxnId="{5768041E-F360-465F-8C28-5A67D93FAAD5}">
      <dgm:prSet/>
      <dgm:spPr/>
      <dgm:t>
        <a:bodyPr/>
        <a:lstStyle/>
        <a:p>
          <a:endParaRPr lang="en-US"/>
        </a:p>
      </dgm:t>
    </dgm:pt>
    <dgm:pt modelId="{8AD62FA3-7C69-43FD-B349-AB0F0B2C1C95}">
      <dgm:prSet/>
      <dgm:spPr/>
      <dgm:t>
        <a:bodyPr/>
        <a:lstStyle/>
        <a:p>
          <a:r>
            <a:rPr lang="en-US"/>
            <a:t>Constants: </a:t>
          </a:r>
        </a:p>
      </dgm:t>
    </dgm:pt>
    <dgm:pt modelId="{F90A001E-152D-472F-A0CF-25D48645A369}" type="parTrans" cxnId="{D053135B-D016-4413-A01B-C3ACAADCF615}">
      <dgm:prSet/>
      <dgm:spPr/>
      <dgm:t>
        <a:bodyPr/>
        <a:lstStyle/>
        <a:p>
          <a:endParaRPr lang="en-US"/>
        </a:p>
      </dgm:t>
    </dgm:pt>
    <dgm:pt modelId="{C81CB8CD-89FC-4340-A241-C49FEDE33208}" type="sibTrans" cxnId="{D053135B-D016-4413-A01B-C3ACAADCF615}">
      <dgm:prSet/>
      <dgm:spPr/>
      <dgm:t>
        <a:bodyPr/>
        <a:lstStyle/>
        <a:p>
          <a:endParaRPr lang="en-US"/>
        </a:p>
      </dgm:t>
    </dgm:pt>
    <dgm:pt modelId="{D6283DDC-F3A5-4879-A307-BB66FE2A2EE5}">
      <dgm:prSet/>
      <dgm:spPr/>
      <dgm:t>
        <a:bodyPr/>
        <a:lstStyle/>
        <a:p>
          <a:r>
            <a:rPr lang="en-US"/>
            <a:t>Capitalize all letters in constants and use underscores to connect words.  </a:t>
          </a:r>
        </a:p>
      </dgm:t>
    </dgm:pt>
    <dgm:pt modelId="{ED688340-9DC3-4EB8-A2B3-2EBC2427A1D4}" type="parTrans" cxnId="{97667443-4903-4097-B4DA-CAA6494481C0}">
      <dgm:prSet/>
      <dgm:spPr/>
      <dgm:t>
        <a:bodyPr/>
        <a:lstStyle/>
        <a:p>
          <a:endParaRPr lang="en-US"/>
        </a:p>
      </dgm:t>
    </dgm:pt>
    <dgm:pt modelId="{10F64EE5-0179-4962-AE5D-CDBC1707272B}" type="sibTrans" cxnId="{97667443-4903-4097-B4DA-CAA6494481C0}">
      <dgm:prSet/>
      <dgm:spPr/>
      <dgm:t>
        <a:bodyPr/>
        <a:lstStyle/>
        <a:p>
          <a:endParaRPr lang="en-US"/>
        </a:p>
      </dgm:t>
    </dgm:pt>
    <dgm:pt modelId="{7D82DFBC-8D9C-4C52-93D8-4ADE97FB3DA9}">
      <dgm:prSet/>
      <dgm:spPr/>
      <dgm:t>
        <a:bodyPr/>
        <a:lstStyle/>
        <a:p>
          <a:r>
            <a:rPr lang="en-US"/>
            <a:t>For example, the constant PI and MAX_VALUE</a:t>
          </a:r>
        </a:p>
      </dgm:t>
    </dgm:pt>
    <dgm:pt modelId="{F628134A-AA54-45A2-A93B-2EA9873A076A}" type="parTrans" cxnId="{46F0B4FB-C8A3-4B0D-B58B-3AA58CECBE08}">
      <dgm:prSet/>
      <dgm:spPr/>
      <dgm:t>
        <a:bodyPr/>
        <a:lstStyle/>
        <a:p>
          <a:endParaRPr lang="en-US"/>
        </a:p>
      </dgm:t>
    </dgm:pt>
    <dgm:pt modelId="{447D1C17-3D21-4041-BE44-414C130AC1BA}" type="sibTrans" cxnId="{46F0B4FB-C8A3-4B0D-B58B-3AA58CECBE08}">
      <dgm:prSet/>
      <dgm:spPr/>
      <dgm:t>
        <a:bodyPr/>
        <a:lstStyle/>
        <a:p>
          <a:endParaRPr lang="en-US"/>
        </a:p>
      </dgm:t>
    </dgm:pt>
    <dgm:pt modelId="{1B717418-B9EC-4ECE-B1A5-114FF73EED8F}" type="pres">
      <dgm:prSet presAssocID="{99884AF0-B735-4BC2-9D63-65417D43618A}" presName="linear" presStyleCnt="0">
        <dgm:presLayoutVars>
          <dgm:animLvl val="lvl"/>
          <dgm:resizeHandles val="exact"/>
        </dgm:presLayoutVars>
      </dgm:prSet>
      <dgm:spPr/>
    </dgm:pt>
    <dgm:pt modelId="{F709454E-F903-4916-81C1-52657550977C}" type="pres">
      <dgm:prSet presAssocID="{0CF7B0EA-8D77-479E-B0F6-520AD644445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AFA7FDA-836C-4497-84A3-E7DCAEA7CB1A}" type="pres">
      <dgm:prSet presAssocID="{0CF7B0EA-8D77-479E-B0F6-520AD644445D}" presName="childText" presStyleLbl="revTx" presStyleIdx="0" presStyleCnt="2">
        <dgm:presLayoutVars>
          <dgm:bulletEnabled val="1"/>
        </dgm:presLayoutVars>
      </dgm:prSet>
      <dgm:spPr/>
    </dgm:pt>
    <dgm:pt modelId="{3E3C8B31-5EE8-4D31-ACE2-1B03CE60AB22}" type="pres">
      <dgm:prSet presAssocID="{8AD62FA3-7C69-43FD-B349-AB0F0B2C1C9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2A83C8C-BBF5-4FB1-A84B-F425EA0FCA4C}" type="pres">
      <dgm:prSet presAssocID="{8AD62FA3-7C69-43FD-B349-AB0F0B2C1C95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17F7F106-C8DF-443B-9292-0BACB1199F9F}" srcId="{0CF7B0EA-8D77-479E-B0F6-520AD644445D}" destId="{E2F7D40E-B1FD-44D1-90D8-225C8470C20E}" srcOrd="0" destOrd="0" parTransId="{27436E47-C682-481A-A92D-A46FCD21A365}" sibTransId="{5F503D5B-A23A-4ECC-AA71-9683472B3B88}"/>
    <dgm:cxn modelId="{5768041E-F360-465F-8C28-5A67D93FAAD5}" srcId="{0CF7B0EA-8D77-479E-B0F6-520AD644445D}" destId="{8FB98E37-3241-43BF-B744-8E9C2A8A4738}" srcOrd="1" destOrd="0" parTransId="{A56A03B7-BBBF-43A2-9EA1-B4F31BD3D152}" sibTransId="{3CADC9F7-D819-4F8A-9EFF-38AA9930308B}"/>
    <dgm:cxn modelId="{FD24283C-5CD9-4918-BB36-5F88F62249A3}" srcId="{99884AF0-B735-4BC2-9D63-65417D43618A}" destId="{0CF7B0EA-8D77-479E-B0F6-520AD644445D}" srcOrd="0" destOrd="0" parTransId="{986BF99F-7E87-4B39-8FC7-3827DAED55FE}" sibTransId="{F0A87F5F-06B3-47FB-91B3-F96AB6898AAB}"/>
    <dgm:cxn modelId="{050AD33E-9B78-43BC-B1F4-F3B5CCEC936B}" type="presOf" srcId="{E2F7D40E-B1FD-44D1-90D8-225C8470C20E}" destId="{5AFA7FDA-836C-4497-84A3-E7DCAEA7CB1A}" srcOrd="0" destOrd="0" presId="urn:microsoft.com/office/officeart/2005/8/layout/vList2"/>
    <dgm:cxn modelId="{D053135B-D016-4413-A01B-C3ACAADCF615}" srcId="{99884AF0-B735-4BC2-9D63-65417D43618A}" destId="{8AD62FA3-7C69-43FD-B349-AB0F0B2C1C95}" srcOrd="1" destOrd="0" parTransId="{F90A001E-152D-472F-A0CF-25D48645A369}" sibTransId="{C81CB8CD-89FC-4340-A241-C49FEDE33208}"/>
    <dgm:cxn modelId="{32F06A5C-B558-4E13-A4FB-27898BCAEB29}" type="presOf" srcId="{D6283DDC-F3A5-4879-A307-BB66FE2A2EE5}" destId="{02A83C8C-BBF5-4FB1-A84B-F425EA0FCA4C}" srcOrd="0" destOrd="0" presId="urn:microsoft.com/office/officeart/2005/8/layout/vList2"/>
    <dgm:cxn modelId="{97667443-4903-4097-B4DA-CAA6494481C0}" srcId="{8AD62FA3-7C69-43FD-B349-AB0F0B2C1C95}" destId="{D6283DDC-F3A5-4879-A307-BB66FE2A2EE5}" srcOrd="0" destOrd="0" parTransId="{ED688340-9DC3-4EB8-A2B3-2EBC2427A1D4}" sibTransId="{10F64EE5-0179-4962-AE5D-CDBC1707272B}"/>
    <dgm:cxn modelId="{6C860C82-BA83-4FE6-B6C8-9964AD560BE9}" type="presOf" srcId="{8AD62FA3-7C69-43FD-B349-AB0F0B2C1C95}" destId="{3E3C8B31-5EE8-4D31-ACE2-1B03CE60AB22}" srcOrd="0" destOrd="0" presId="urn:microsoft.com/office/officeart/2005/8/layout/vList2"/>
    <dgm:cxn modelId="{BC4F9BAF-CFD9-4094-A49A-362BD7B299EE}" type="presOf" srcId="{8FB98E37-3241-43BF-B744-8E9C2A8A4738}" destId="{5AFA7FDA-836C-4497-84A3-E7DCAEA7CB1A}" srcOrd="0" destOrd="1" presId="urn:microsoft.com/office/officeart/2005/8/layout/vList2"/>
    <dgm:cxn modelId="{88FB63B5-BD3F-44F5-995D-592561939F5F}" type="presOf" srcId="{0CF7B0EA-8D77-479E-B0F6-520AD644445D}" destId="{F709454E-F903-4916-81C1-52657550977C}" srcOrd="0" destOrd="0" presId="urn:microsoft.com/office/officeart/2005/8/layout/vList2"/>
    <dgm:cxn modelId="{36798EC6-4368-4A33-B851-2FE3D59242E9}" type="presOf" srcId="{7D82DFBC-8D9C-4C52-93D8-4ADE97FB3DA9}" destId="{02A83C8C-BBF5-4FB1-A84B-F425EA0FCA4C}" srcOrd="0" destOrd="1" presId="urn:microsoft.com/office/officeart/2005/8/layout/vList2"/>
    <dgm:cxn modelId="{D2BDD4DC-E7EC-4DE2-B30E-0973A0D7D03F}" type="presOf" srcId="{99884AF0-B735-4BC2-9D63-65417D43618A}" destId="{1B717418-B9EC-4ECE-B1A5-114FF73EED8F}" srcOrd="0" destOrd="0" presId="urn:microsoft.com/office/officeart/2005/8/layout/vList2"/>
    <dgm:cxn modelId="{46F0B4FB-C8A3-4B0D-B58B-3AA58CECBE08}" srcId="{8AD62FA3-7C69-43FD-B349-AB0F0B2C1C95}" destId="{7D82DFBC-8D9C-4C52-93D8-4ADE97FB3DA9}" srcOrd="1" destOrd="0" parTransId="{F628134A-AA54-45A2-A93B-2EA9873A076A}" sibTransId="{447D1C17-3D21-4041-BE44-414C130AC1BA}"/>
    <dgm:cxn modelId="{38A0DF5F-BB53-4E1F-9FA6-6BFF3CA9F66F}" type="presParOf" srcId="{1B717418-B9EC-4ECE-B1A5-114FF73EED8F}" destId="{F709454E-F903-4916-81C1-52657550977C}" srcOrd="0" destOrd="0" presId="urn:microsoft.com/office/officeart/2005/8/layout/vList2"/>
    <dgm:cxn modelId="{01C1B144-B739-4F91-8D0E-6D09005B13C0}" type="presParOf" srcId="{1B717418-B9EC-4ECE-B1A5-114FF73EED8F}" destId="{5AFA7FDA-836C-4497-84A3-E7DCAEA7CB1A}" srcOrd="1" destOrd="0" presId="urn:microsoft.com/office/officeart/2005/8/layout/vList2"/>
    <dgm:cxn modelId="{AB9B7CC5-00C6-4DBE-9FC8-B556B95C3122}" type="presParOf" srcId="{1B717418-B9EC-4ECE-B1A5-114FF73EED8F}" destId="{3E3C8B31-5EE8-4D31-ACE2-1B03CE60AB22}" srcOrd="2" destOrd="0" presId="urn:microsoft.com/office/officeart/2005/8/layout/vList2"/>
    <dgm:cxn modelId="{00070601-B0A4-4B9A-842C-DD0D76918A3F}" type="presParOf" srcId="{1B717418-B9EC-4ECE-B1A5-114FF73EED8F}" destId="{02A83C8C-BBF5-4FB1-A84B-F425EA0FCA4C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0BF0B4C-8048-42A6-99E8-115BEF0BDA29}" type="doc">
      <dgm:prSet loTypeId="urn:microsoft.com/office/officeart/2005/8/layout/list1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E4686E06-7396-43BE-8156-6930F7102BC3}">
      <dgm:prSet/>
      <dgm:spPr/>
      <dgm:t>
        <a:bodyPr/>
        <a:lstStyle/>
        <a:p>
          <a:r>
            <a:rPr lang="en-US"/>
            <a:t>Syntax Errors</a:t>
          </a:r>
        </a:p>
      </dgm:t>
    </dgm:pt>
    <dgm:pt modelId="{83374768-7744-4EF6-87AC-6DCB83A9111D}" type="parTrans" cxnId="{F7035D49-1E26-4B5E-91FA-B20A87A383D9}">
      <dgm:prSet/>
      <dgm:spPr/>
      <dgm:t>
        <a:bodyPr/>
        <a:lstStyle/>
        <a:p>
          <a:endParaRPr lang="en-US"/>
        </a:p>
      </dgm:t>
    </dgm:pt>
    <dgm:pt modelId="{6D3E177B-A5BB-455F-A237-19C8EED35DDF}" type="sibTrans" cxnId="{F7035D49-1E26-4B5E-91FA-B20A87A383D9}">
      <dgm:prSet/>
      <dgm:spPr/>
      <dgm:t>
        <a:bodyPr/>
        <a:lstStyle/>
        <a:p>
          <a:endParaRPr lang="en-US"/>
        </a:p>
      </dgm:t>
    </dgm:pt>
    <dgm:pt modelId="{81BEA0D2-FBDD-4534-A05E-EF19AB6C84D0}">
      <dgm:prSet/>
      <dgm:spPr/>
      <dgm:t>
        <a:bodyPr/>
        <a:lstStyle/>
        <a:p>
          <a:r>
            <a:rPr lang="en-US"/>
            <a:t>Detected by the compiler</a:t>
          </a:r>
        </a:p>
      </dgm:t>
    </dgm:pt>
    <dgm:pt modelId="{9098DC24-5C62-4C10-A667-1ECECFA0D49B}" type="parTrans" cxnId="{B5CF836A-C99C-46D9-85BC-9D855A98A6EB}">
      <dgm:prSet/>
      <dgm:spPr/>
      <dgm:t>
        <a:bodyPr/>
        <a:lstStyle/>
        <a:p>
          <a:endParaRPr lang="en-US"/>
        </a:p>
      </dgm:t>
    </dgm:pt>
    <dgm:pt modelId="{3F172D76-FB9D-444F-87FC-8BD3417CE37D}" type="sibTrans" cxnId="{B5CF836A-C99C-46D9-85BC-9D855A98A6EB}">
      <dgm:prSet/>
      <dgm:spPr/>
      <dgm:t>
        <a:bodyPr/>
        <a:lstStyle/>
        <a:p>
          <a:endParaRPr lang="en-US"/>
        </a:p>
      </dgm:t>
    </dgm:pt>
    <dgm:pt modelId="{CA00D432-1643-40FE-9ED9-A3F88320E8BF}">
      <dgm:prSet/>
      <dgm:spPr/>
      <dgm:t>
        <a:bodyPr/>
        <a:lstStyle/>
        <a:p>
          <a:r>
            <a:rPr lang="en-US"/>
            <a:t>Runtime Errors</a:t>
          </a:r>
        </a:p>
      </dgm:t>
    </dgm:pt>
    <dgm:pt modelId="{B5336247-A46D-4B3E-93E9-E748A0382546}" type="parTrans" cxnId="{AB46538D-8E3E-4CC6-8B14-48E26578E729}">
      <dgm:prSet/>
      <dgm:spPr/>
      <dgm:t>
        <a:bodyPr/>
        <a:lstStyle/>
        <a:p>
          <a:endParaRPr lang="en-US"/>
        </a:p>
      </dgm:t>
    </dgm:pt>
    <dgm:pt modelId="{F18F92DE-0624-4C0D-9105-B51E5D1BDCCD}" type="sibTrans" cxnId="{AB46538D-8E3E-4CC6-8B14-48E26578E729}">
      <dgm:prSet/>
      <dgm:spPr/>
      <dgm:t>
        <a:bodyPr/>
        <a:lstStyle/>
        <a:p>
          <a:endParaRPr lang="en-US"/>
        </a:p>
      </dgm:t>
    </dgm:pt>
    <dgm:pt modelId="{2F7586F6-7E86-4F31-9C23-E56DDF9A84C8}">
      <dgm:prSet/>
      <dgm:spPr/>
      <dgm:t>
        <a:bodyPr/>
        <a:lstStyle/>
        <a:p>
          <a:r>
            <a:rPr lang="en-US"/>
            <a:t>Causes the program to abort</a:t>
          </a:r>
        </a:p>
      </dgm:t>
    </dgm:pt>
    <dgm:pt modelId="{2164D56A-2114-4251-A97B-72E3CA027707}" type="parTrans" cxnId="{AE927D82-D235-4749-AF38-5D2A326ACF89}">
      <dgm:prSet/>
      <dgm:spPr/>
      <dgm:t>
        <a:bodyPr/>
        <a:lstStyle/>
        <a:p>
          <a:endParaRPr lang="en-US"/>
        </a:p>
      </dgm:t>
    </dgm:pt>
    <dgm:pt modelId="{9A416A80-4B2B-4A6B-965B-92B640D41E91}" type="sibTrans" cxnId="{AE927D82-D235-4749-AF38-5D2A326ACF89}">
      <dgm:prSet/>
      <dgm:spPr/>
      <dgm:t>
        <a:bodyPr/>
        <a:lstStyle/>
        <a:p>
          <a:endParaRPr lang="en-US"/>
        </a:p>
      </dgm:t>
    </dgm:pt>
    <dgm:pt modelId="{D7C4A652-2342-4E88-8FA0-D2FE74436FCE}">
      <dgm:prSet/>
      <dgm:spPr/>
      <dgm:t>
        <a:bodyPr/>
        <a:lstStyle/>
        <a:p>
          <a:r>
            <a:rPr lang="en-US"/>
            <a:t>System.out.println(1 / 0);</a:t>
          </a:r>
        </a:p>
      </dgm:t>
    </dgm:pt>
    <dgm:pt modelId="{BBA9AEE4-CAB7-4C84-8DB0-A1C267A253D4}" type="parTrans" cxnId="{5104CE3B-4B2A-4715-9F8E-87106BA52A2C}">
      <dgm:prSet/>
      <dgm:spPr/>
      <dgm:t>
        <a:bodyPr/>
        <a:lstStyle/>
        <a:p>
          <a:endParaRPr lang="en-US"/>
        </a:p>
      </dgm:t>
    </dgm:pt>
    <dgm:pt modelId="{F683B848-C260-4653-84E0-A39357DD53F0}" type="sibTrans" cxnId="{5104CE3B-4B2A-4715-9F8E-87106BA52A2C}">
      <dgm:prSet/>
      <dgm:spPr/>
      <dgm:t>
        <a:bodyPr/>
        <a:lstStyle/>
        <a:p>
          <a:endParaRPr lang="en-US"/>
        </a:p>
      </dgm:t>
    </dgm:pt>
    <dgm:pt modelId="{2B69F84A-59C9-404B-A308-F0747101D9EC}">
      <dgm:prSet/>
      <dgm:spPr/>
      <dgm:t>
        <a:bodyPr/>
        <a:lstStyle/>
        <a:p>
          <a:r>
            <a:rPr lang="en-US"/>
            <a:t>Logic Errors</a:t>
          </a:r>
        </a:p>
      </dgm:t>
    </dgm:pt>
    <dgm:pt modelId="{055BA9AE-10BD-4934-89F5-D22CEE939021}" type="parTrans" cxnId="{6F8EF242-A442-4B65-B120-393C739CC996}">
      <dgm:prSet/>
      <dgm:spPr/>
      <dgm:t>
        <a:bodyPr/>
        <a:lstStyle/>
        <a:p>
          <a:endParaRPr lang="en-US"/>
        </a:p>
      </dgm:t>
    </dgm:pt>
    <dgm:pt modelId="{6EC0DFE3-2E8F-4CC2-BFD1-6F50E9CB889D}" type="sibTrans" cxnId="{6F8EF242-A442-4B65-B120-393C739CC996}">
      <dgm:prSet/>
      <dgm:spPr/>
      <dgm:t>
        <a:bodyPr/>
        <a:lstStyle/>
        <a:p>
          <a:endParaRPr lang="en-US"/>
        </a:p>
      </dgm:t>
    </dgm:pt>
    <dgm:pt modelId="{05C3EFFE-371D-4CB0-A213-DD33C35FAC30}">
      <dgm:prSet/>
      <dgm:spPr/>
      <dgm:t>
        <a:bodyPr/>
        <a:lstStyle/>
        <a:p>
          <a:r>
            <a:rPr lang="en-US"/>
            <a:t>Produces incorrect result</a:t>
          </a:r>
        </a:p>
      </dgm:t>
    </dgm:pt>
    <dgm:pt modelId="{AE5C127D-C623-4501-9F77-F16AAD941E3A}" type="parTrans" cxnId="{984B0803-5320-4DFE-AE42-F118B226A9AA}">
      <dgm:prSet/>
      <dgm:spPr/>
      <dgm:t>
        <a:bodyPr/>
        <a:lstStyle/>
        <a:p>
          <a:endParaRPr lang="en-US"/>
        </a:p>
      </dgm:t>
    </dgm:pt>
    <dgm:pt modelId="{71CBA5AD-15B5-4D43-BB03-B13DAA005588}" type="sibTrans" cxnId="{984B0803-5320-4DFE-AE42-F118B226A9AA}">
      <dgm:prSet/>
      <dgm:spPr/>
      <dgm:t>
        <a:bodyPr/>
        <a:lstStyle/>
        <a:p>
          <a:endParaRPr lang="en-US"/>
        </a:p>
      </dgm:t>
    </dgm:pt>
    <dgm:pt modelId="{DED013E0-75F6-48AE-8E55-2A18EFA084AB}" type="pres">
      <dgm:prSet presAssocID="{E0BF0B4C-8048-42A6-99E8-115BEF0BDA29}" presName="linear" presStyleCnt="0">
        <dgm:presLayoutVars>
          <dgm:dir/>
          <dgm:animLvl val="lvl"/>
          <dgm:resizeHandles val="exact"/>
        </dgm:presLayoutVars>
      </dgm:prSet>
      <dgm:spPr/>
    </dgm:pt>
    <dgm:pt modelId="{49FA62FE-B47A-43A7-BD3D-454A5D9F8EA8}" type="pres">
      <dgm:prSet presAssocID="{E4686E06-7396-43BE-8156-6930F7102BC3}" presName="parentLin" presStyleCnt="0"/>
      <dgm:spPr/>
    </dgm:pt>
    <dgm:pt modelId="{0C11DB16-AFD9-4C34-8F5D-289B5465B72E}" type="pres">
      <dgm:prSet presAssocID="{E4686E06-7396-43BE-8156-6930F7102BC3}" presName="parentLeftMargin" presStyleLbl="node1" presStyleIdx="0" presStyleCnt="3"/>
      <dgm:spPr/>
    </dgm:pt>
    <dgm:pt modelId="{7908EA35-8987-4E76-A526-406CC61340C5}" type="pres">
      <dgm:prSet presAssocID="{E4686E06-7396-43BE-8156-6930F7102BC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76444EE-6BE5-462E-AB23-5CBCF39FA75A}" type="pres">
      <dgm:prSet presAssocID="{E4686E06-7396-43BE-8156-6930F7102BC3}" presName="negativeSpace" presStyleCnt="0"/>
      <dgm:spPr/>
    </dgm:pt>
    <dgm:pt modelId="{69B7C3B5-5A8D-4888-9C8A-AB12C608656F}" type="pres">
      <dgm:prSet presAssocID="{E4686E06-7396-43BE-8156-6930F7102BC3}" presName="childText" presStyleLbl="conFgAcc1" presStyleIdx="0" presStyleCnt="3">
        <dgm:presLayoutVars>
          <dgm:bulletEnabled val="1"/>
        </dgm:presLayoutVars>
      </dgm:prSet>
      <dgm:spPr/>
    </dgm:pt>
    <dgm:pt modelId="{53C23A1C-67D1-46D0-A61B-D53BBB716091}" type="pres">
      <dgm:prSet presAssocID="{6D3E177B-A5BB-455F-A237-19C8EED35DDF}" presName="spaceBetweenRectangles" presStyleCnt="0"/>
      <dgm:spPr/>
    </dgm:pt>
    <dgm:pt modelId="{BA865B57-FE3B-48F8-91EB-59CD0526368A}" type="pres">
      <dgm:prSet presAssocID="{CA00D432-1643-40FE-9ED9-A3F88320E8BF}" presName="parentLin" presStyleCnt="0"/>
      <dgm:spPr/>
    </dgm:pt>
    <dgm:pt modelId="{4C9A58F5-4A80-43A2-BDF3-CB0537AC5FB2}" type="pres">
      <dgm:prSet presAssocID="{CA00D432-1643-40FE-9ED9-A3F88320E8BF}" presName="parentLeftMargin" presStyleLbl="node1" presStyleIdx="0" presStyleCnt="3"/>
      <dgm:spPr/>
    </dgm:pt>
    <dgm:pt modelId="{316BDA1B-1B0B-4F7D-91AF-45C161469F85}" type="pres">
      <dgm:prSet presAssocID="{CA00D432-1643-40FE-9ED9-A3F88320E8B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714A85B-6DFE-498B-83C5-45890C414BA5}" type="pres">
      <dgm:prSet presAssocID="{CA00D432-1643-40FE-9ED9-A3F88320E8BF}" presName="negativeSpace" presStyleCnt="0"/>
      <dgm:spPr/>
    </dgm:pt>
    <dgm:pt modelId="{31539B64-96D3-4E90-B227-A8EB51C8B4AB}" type="pres">
      <dgm:prSet presAssocID="{CA00D432-1643-40FE-9ED9-A3F88320E8BF}" presName="childText" presStyleLbl="conFgAcc1" presStyleIdx="1" presStyleCnt="3">
        <dgm:presLayoutVars>
          <dgm:bulletEnabled val="1"/>
        </dgm:presLayoutVars>
      </dgm:prSet>
      <dgm:spPr/>
    </dgm:pt>
    <dgm:pt modelId="{AA0F484A-049B-4157-9968-7CF33FDE4840}" type="pres">
      <dgm:prSet presAssocID="{F18F92DE-0624-4C0D-9105-B51E5D1BDCCD}" presName="spaceBetweenRectangles" presStyleCnt="0"/>
      <dgm:spPr/>
    </dgm:pt>
    <dgm:pt modelId="{B6626A3A-7F0B-463C-95C6-573417886D07}" type="pres">
      <dgm:prSet presAssocID="{2B69F84A-59C9-404B-A308-F0747101D9EC}" presName="parentLin" presStyleCnt="0"/>
      <dgm:spPr/>
    </dgm:pt>
    <dgm:pt modelId="{560DBB45-6366-4D5B-864C-386B30E4F682}" type="pres">
      <dgm:prSet presAssocID="{2B69F84A-59C9-404B-A308-F0747101D9EC}" presName="parentLeftMargin" presStyleLbl="node1" presStyleIdx="1" presStyleCnt="3"/>
      <dgm:spPr/>
    </dgm:pt>
    <dgm:pt modelId="{D425DDDF-7393-4152-A9F3-A1EF52F13774}" type="pres">
      <dgm:prSet presAssocID="{2B69F84A-59C9-404B-A308-F0747101D9EC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C5AAFF3-FEC9-459C-B234-1B9C2AEC1F65}" type="pres">
      <dgm:prSet presAssocID="{2B69F84A-59C9-404B-A308-F0747101D9EC}" presName="negativeSpace" presStyleCnt="0"/>
      <dgm:spPr/>
    </dgm:pt>
    <dgm:pt modelId="{BAE2424A-FEBE-4B45-A688-B94797EB464F}" type="pres">
      <dgm:prSet presAssocID="{2B69F84A-59C9-404B-A308-F0747101D9EC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984B0803-5320-4DFE-AE42-F118B226A9AA}" srcId="{2B69F84A-59C9-404B-A308-F0747101D9EC}" destId="{05C3EFFE-371D-4CB0-A213-DD33C35FAC30}" srcOrd="0" destOrd="0" parTransId="{AE5C127D-C623-4501-9F77-F16AAD941E3A}" sibTransId="{71CBA5AD-15B5-4D43-BB03-B13DAA005588}"/>
    <dgm:cxn modelId="{4994E321-9AD9-45C0-9727-BFFF2988E0FB}" type="presOf" srcId="{05C3EFFE-371D-4CB0-A213-DD33C35FAC30}" destId="{BAE2424A-FEBE-4B45-A688-B94797EB464F}" srcOrd="0" destOrd="0" presId="urn:microsoft.com/office/officeart/2005/8/layout/list1"/>
    <dgm:cxn modelId="{B5450622-6108-4ACE-AEFF-FD0C5DC343C4}" type="presOf" srcId="{81BEA0D2-FBDD-4534-A05E-EF19AB6C84D0}" destId="{69B7C3B5-5A8D-4888-9C8A-AB12C608656F}" srcOrd="0" destOrd="0" presId="urn:microsoft.com/office/officeart/2005/8/layout/list1"/>
    <dgm:cxn modelId="{3AC1B825-2592-4B42-BC1D-0CF92847DDD9}" type="presOf" srcId="{CA00D432-1643-40FE-9ED9-A3F88320E8BF}" destId="{4C9A58F5-4A80-43A2-BDF3-CB0537AC5FB2}" srcOrd="0" destOrd="0" presId="urn:microsoft.com/office/officeart/2005/8/layout/list1"/>
    <dgm:cxn modelId="{476FE229-92D6-4E54-9D83-9E413D7820D3}" type="presOf" srcId="{E4686E06-7396-43BE-8156-6930F7102BC3}" destId="{0C11DB16-AFD9-4C34-8F5D-289B5465B72E}" srcOrd="0" destOrd="0" presId="urn:microsoft.com/office/officeart/2005/8/layout/list1"/>
    <dgm:cxn modelId="{5104CE3B-4B2A-4715-9F8E-87106BA52A2C}" srcId="{CA00D432-1643-40FE-9ED9-A3F88320E8BF}" destId="{D7C4A652-2342-4E88-8FA0-D2FE74436FCE}" srcOrd="1" destOrd="0" parTransId="{BBA9AEE4-CAB7-4C84-8DB0-A1C267A253D4}" sibTransId="{F683B848-C260-4653-84E0-A39357DD53F0}"/>
    <dgm:cxn modelId="{6F8EF242-A442-4B65-B120-393C739CC996}" srcId="{E0BF0B4C-8048-42A6-99E8-115BEF0BDA29}" destId="{2B69F84A-59C9-404B-A308-F0747101D9EC}" srcOrd="2" destOrd="0" parTransId="{055BA9AE-10BD-4934-89F5-D22CEE939021}" sibTransId="{6EC0DFE3-2E8F-4CC2-BFD1-6F50E9CB889D}"/>
    <dgm:cxn modelId="{F7035D49-1E26-4B5E-91FA-B20A87A383D9}" srcId="{E0BF0B4C-8048-42A6-99E8-115BEF0BDA29}" destId="{E4686E06-7396-43BE-8156-6930F7102BC3}" srcOrd="0" destOrd="0" parTransId="{83374768-7744-4EF6-87AC-6DCB83A9111D}" sibTransId="{6D3E177B-A5BB-455F-A237-19C8EED35DDF}"/>
    <dgm:cxn modelId="{B5CF836A-C99C-46D9-85BC-9D855A98A6EB}" srcId="{E4686E06-7396-43BE-8156-6930F7102BC3}" destId="{81BEA0D2-FBDD-4534-A05E-EF19AB6C84D0}" srcOrd="0" destOrd="0" parTransId="{9098DC24-5C62-4C10-A667-1ECECFA0D49B}" sibTransId="{3F172D76-FB9D-444F-87FC-8BD3417CE37D}"/>
    <dgm:cxn modelId="{AE927D82-D235-4749-AF38-5D2A326ACF89}" srcId="{CA00D432-1643-40FE-9ED9-A3F88320E8BF}" destId="{2F7586F6-7E86-4F31-9C23-E56DDF9A84C8}" srcOrd="0" destOrd="0" parTransId="{2164D56A-2114-4251-A97B-72E3CA027707}" sibTransId="{9A416A80-4B2B-4A6B-965B-92B640D41E91}"/>
    <dgm:cxn modelId="{21F59E85-E702-4048-9CB0-29337FFE647B}" type="presOf" srcId="{2B69F84A-59C9-404B-A308-F0747101D9EC}" destId="{560DBB45-6366-4D5B-864C-386B30E4F682}" srcOrd="0" destOrd="0" presId="urn:microsoft.com/office/officeart/2005/8/layout/list1"/>
    <dgm:cxn modelId="{AB46538D-8E3E-4CC6-8B14-48E26578E729}" srcId="{E0BF0B4C-8048-42A6-99E8-115BEF0BDA29}" destId="{CA00D432-1643-40FE-9ED9-A3F88320E8BF}" srcOrd="1" destOrd="0" parTransId="{B5336247-A46D-4B3E-93E9-E748A0382546}" sibTransId="{F18F92DE-0624-4C0D-9105-B51E5D1BDCCD}"/>
    <dgm:cxn modelId="{EAE1018E-C155-4E68-B691-F46BF236D451}" type="presOf" srcId="{D7C4A652-2342-4E88-8FA0-D2FE74436FCE}" destId="{31539B64-96D3-4E90-B227-A8EB51C8B4AB}" srcOrd="0" destOrd="1" presId="urn:microsoft.com/office/officeart/2005/8/layout/list1"/>
    <dgm:cxn modelId="{72E750A1-93FF-432B-B1C4-687AEFC503C0}" type="presOf" srcId="{2B69F84A-59C9-404B-A308-F0747101D9EC}" destId="{D425DDDF-7393-4152-A9F3-A1EF52F13774}" srcOrd="1" destOrd="0" presId="urn:microsoft.com/office/officeart/2005/8/layout/list1"/>
    <dgm:cxn modelId="{F7D0BAA8-A3CC-4969-9104-128D4AF33583}" type="presOf" srcId="{CA00D432-1643-40FE-9ED9-A3F88320E8BF}" destId="{316BDA1B-1B0B-4F7D-91AF-45C161469F85}" srcOrd="1" destOrd="0" presId="urn:microsoft.com/office/officeart/2005/8/layout/list1"/>
    <dgm:cxn modelId="{DB34A7BF-780A-4368-B05A-47778F529CC3}" type="presOf" srcId="{E4686E06-7396-43BE-8156-6930F7102BC3}" destId="{7908EA35-8987-4E76-A526-406CC61340C5}" srcOrd="1" destOrd="0" presId="urn:microsoft.com/office/officeart/2005/8/layout/list1"/>
    <dgm:cxn modelId="{1B949BE1-CAF4-4111-B161-2EE949C44988}" type="presOf" srcId="{E0BF0B4C-8048-42A6-99E8-115BEF0BDA29}" destId="{DED013E0-75F6-48AE-8E55-2A18EFA084AB}" srcOrd="0" destOrd="0" presId="urn:microsoft.com/office/officeart/2005/8/layout/list1"/>
    <dgm:cxn modelId="{C1ACD2FD-3105-4113-9E6A-E3BFFBD6530E}" type="presOf" srcId="{2F7586F6-7E86-4F31-9C23-E56DDF9A84C8}" destId="{31539B64-96D3-4E90-B227-A8EB51C8B4AB}" srcOrd="0" destOrd="0" presId="urn:microsoft.com/office/officeart/2005/8/layout/list1"/>
    <dgm:cxn modelId="{FF01B2C1-4CE0-4891-8F93-27514FABAC0D}" type="presParOf" srcId="{DED013E0-75F6-48AE-8E55-2A18EFA084AB}" destId="{49FA62FE-B47A-43A7-BD3D-454A5D9F8EA8}" srcOrd="0" destOrd="0" presId="urn:microsoft.com/office/officeart/2005/8/layout/list1"/>
    <dgm:cxn modelId="{73B2764D-097B-4AC7-855B-C8B34F778BFB}" type="presParOf" srcId="{49FA62FE-B47A-43A7-BD3D-454A5D9F8EA8}" destId="{0C11DB16-AFD9-4C34-8F5D-289B5465B72E}" srcOrd="0" destOrd="0" presId="urn:microsoft.com/office/officeart/2005/8/layout/list1"/>
    <dgm:cxn modelId="{EBB323E0-1400-4FB1-86B1-036C649F26AA}" type="presParOf" srcId="{49FA62FE-B47A-43A7-BD3D-454A5D9F8EA8}" destId="{7908EA35-8987-4E76-A526-406CC61340C5}" srcOrd="1" destOrd="0" presId="urn:microsoft.com/office/officeart/2005/8/layout/list1"/>
    <dgm:cxn modelId="{74C8DC6C-B997-4030-9408-1F9761C32D6C}" type="presParOf" srcId="{DED013E0-75F6-48AE-8E55-2A18EFA084AB}" destId="{C76444EE-6BE5-462E-AB23-5CBCF39FA75A}" srcOrd="1" destOrd="0" presId="urn:microsoft.com/office/officeart/2005/8/layout/list1"/>
    <dgm:cxn modelId="{7EB73AA9-755B-411D-BCC0-511CE7CD5CF4}" type="presParOf" srcId="{DED013E0-75F6-48AE-8E55-2A18EFA084AB}" destId="{69B7C3B5-5A8D-4888-9C8A-AB12C608656F}" srcOrd="2" destOrd="0" presId="urn:microsoft.com/office/officeart/2005/8/layout/list1"/>
    <dgm:cxn modelId="{67511CA7-3A29-48EA-98BE-080AC1E3C3B2}" type="presParOf" srcId="{DED013E0-75F6-48AE-8E55-2A18EFA084AB}" destId="{53C23A1C-67D1-46D0-A61B-D53BBB716091}" srcOrd="3" destOrd="0" presId="urn:microsoft.com/office/officeart/2005/8/layout/list1"/>
    <dgm:cxn modelId="{E15D41FB-3F77-4B0E-9D6D-4DE8B2E05EEA}" type="presParOf" srcId="{DED013E0-75F6-48AE-8E55-2A18EFA084AB}" destId="{BA865B57-FE3B-48F8-91EB-59CD0526368A}" srcOrd="4" destOrd="0" presId="urn:microsoft.com/office/officeart/2005/8/layout/list1"/>
    <dgm:cxn modelId="{D4F93587-72FA-48FA-859D-73042102730F}" type="presParOf" srcId="{BA865B57-FE3B-48F8-91EB-59CD0526368A}" destId="{4C9A58F5-4A80-43A2-BDF3-CB0537AC5FB2}" srcOrd="0" destOrd="0" presId="urn:microsoft.com/office/officeart/2005/8/layout/list1"/>
    <dgm:cxn modelId="{B7995E50-750A-4EA2-9316-E10C5C7CED7B}" type="presParOf" srcId="{BA865B57-FE3B-48F8-91EB-59CD0526368A}" destId="{316BDA1B-1B0B-4F7D-91AF-45C161469F85}" srcOrd="1" destOrd="0" presId="urn:microsoft.com/office/officeart/2005/8/layout/list1"/>
    <dgm:cxn modelId="{17EB60FE-A5E6-4416-A4E9-C2210408DE3C}" type="presParOf" srcId="{DED013E0-75F6-48AE-8E55-2A18EFA084AB}" destId="{0714A85B-6DFE-498B-83C5-45890C414BA5}" srcOrd="5" destOrd="0" presId="urn:microsoft.com/office/officeart/2005/8/layout/list1"/>
    <dgm:cxn modelId="{291F77A8-04A7-42E1-9492-2FB64911CB4F}" type="presParOf" srcId="{DED013E0-75F6-48AE-8E55-2A18EFA084AB}" destId="{31539B64-96D3-4E90-B227-A8EB51C8B4AB}" srcOrd="6" destOrd="0" presId="urn:microsoft.com/office/officeart/2005/8/layout/list1"/>
    <dgm:cxn modelId="{3197A3D2-D4F9-44C2-88A0-A137A396FF1C}" type="presParOf" srcId="{DED013E0-75F6-48AE-8E55-2A18EFA084AB}" destId="{AA0F484A-049B-4157-9968-7CF33FDE4840}" srcOrd="7" destOrd="0" presId="urn:microsoft.com/office/officeart/2005/8/layout/list1"/>
    <dgm:cxn modelId="{357DAB1D-CF29-4B84-929F-7C24534CB6D6}" type="presParOf" srcId="{DED013E0-75F6-48AE-8E55-2A18EFA084AB}" destId="{B6626A3A-7F0B-463C-95C6-573417886D07}" srcOrd="8" destOrd="0" presId="urn:microsoft.com/office/officeart/2005/8/layout/list1"/>
    <dgm:cxn modelId="{362C6327-5038-430B-9A30-E0D8EF2697C0}" type="presParOf" srcId="{B6626A3A-7F0B-463C-95C6-573417886D07}" destId="{560DBB45-6366-4D5B-864C-386B30E4F682}" srcOrd="0" destOrd="0" presId="urn:microsoft.com/office/officeart/2005/8/layout/list1"/>
    <dgm:cxn modelId="{EE30FB12-F5A5-4FAC-81CF-BA633D86BE12}" type="presParOf" srcId="{B6626A3A-7F0B-463C-95C6-573417886D07}" destId="{D425DDDF-7393-4152-A9F3-A1EF52F13774}" srcOrd="1" destOrd="0" presId="urn:microsoft.com/office/officeart/2005/8/layout/list1"/>
    <dgm:cxn modelId="{9001A8D9-D16C-4010-AFA0-1966190B7337}" type="presParOf" srcId="{DED013E0-75F6-48AE-8E55-2A18EFA084AB}" destId="{FC5AAFF3-FEC9-459C-B234-1B9C2AEC1F65}" srcOrd="9" destOrd="0" presId="urn:microsoft.com/office/officeart/2005/8/layout/list1"/>
    <dgm:cxn modelId="{F9D87B8F-7CC8-458B-8ACA-FEB6CFCF4196}" type="presParOf" srcId="{DED013E0-75F6-48AE-8E55-2A18EFA084AB}" destId="{BAE2424A-FEBE-4B45-A688-B94797EB464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A0C84F0-D8D1-43CC-9A5B-1DAA4EBA4557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00CD40E-8100-42B6-9940-BCA6E4438DD4}">
      <dgm:prSet/>
      <dgm:spPr/>
      <dgm:t>
        <a:bodyPr/>
        <a:lstStyle/>
        <a:p>
          <a:r>
            <a:rPr lang="en-US"/>
            <a:t>Common Error 1: Missing Braces</a:t>
          </a:r>
        </a:p>
      </dgm:t>
    </dgm:pt>
    <dgm:pt modelId="{8E3D4882-DCC7-463F-96ED-2C9E11490898}" type="parTrans" cxnId="{B4CA7886-4B22-4BD2-B4A9-1B449DC64714}">
      <dgm:prSet/>
      <dgm:spPr/>
      <dgm:t>
        <a:bodyPr/>
        <a:lstStyle/>
        <a:p>
          <a:endParaRPr lang="en-US"/>
        </a:p>
      </dgm:t>
    </dgm:pt>
    <dgm:pt modelId="{C0F89308-CCE5-4686-B54B-36EA552FE0F5}" type="sibTrans" cxnId="{B4CA7886-4B22-4BD2-B4A9-1B449DC64714}">
      <dgm:prSet/>
      <dgm:spPr/>
      <dgm:t>
        <a:bodyPr/>
        <a:lstStyle/>
        <a:p>
          <a:endParaRPr lang="en-US"/>
        </a:p>
      </dgm:t>
    </dgm:pt>
    <dgm:pt modelId="{A607CCD7-D0BB-434A-9F18-AEF47A41FE23}">
      <dgm:prSet/>
      <dgm:spPr/>
      <dgm:t>
        <a:bodyPr/>
        <a:lstStyle/>
        <a:p>
          <a:r>
            <a:rPr lang="en-US"/>
            <a:t>Common Error 2: Missing Semicolons</a:t>
          </a:r>
        </a:p>
      </dgm:t>
    </dgm:pt>
    <dgm:pt modelId="{98E61581-67CA-4B83-88AC-2D65B32F959B}" type="parTrans" cxnId="{E29BE645-1800-4B18-A210-9CCCC07ACF85}">
      <dgm:prSet/>
      <dgm:spPr/>
      <dgm:t>
        <a:bodyPr/>
        <a:lstStyle/>
        <a:p>
          <a:endParaRPr lang="en-US"/>
        </a:p>
      </dgm:t>
    </dgm:pt>
    <dgm:pt modelId="{0124133A-B658-47AE-B4E3-208B8DE7BD52}" type="sibTrans" cxnId="{E29BE645-1800-4B18-A210-9CCCC07ACF85}">
      <dgm:prSet/>
      <dgm:spPr/>
      <dgm:t>
        <a:bodyPr/>
        <a:lstStyle/>
        <a:p>
          <a:endParaRPr lang="en-US"/>
        </a:p>
      </dgm:t>
    </dgm:pt>
    <dgm:pt modelId="{65CC09B4-4C12-46C7-BF41-250019991258}">
      <dgm:prSet/>
      <dgm:spPr/>
      <dgm:t>
        <a:bodyPr/>
        <a:lstStyle/>
        <a:p>
          <a:r>
            <a:rPr lang="en-US"/>
            <a:t>Common Error 3: Missing Quotation Marks</a:t>
          </a:r>
        </a:p>
      </dgm:t>
    </dgm:pt>
    <dgm:pt modelId="{619D71AA-6FB4-4617-ABEC-941CB45FE7BE}" type="parTrans" cxnId="{D5DAE84E-A8F8-4F9D-A30B-886E7EAD925F}">
      <dgm:prSet/>
      <dgm:spPr/>
      <dgm:t>
        <a:bodyPr/>
        <a:lstStyle/>
        <a:p>
          <a:endParaRPr lang="en-US"/>
        </a:p>
      </dgm:t>
    </dgm:pt>
    <dgm:pt modelId="{B06DB209-A6EF-4520-9841-91EB53185920}" type="sibTrans" cxnId="{D5DAE84E-A8F8-4F9D-A30B-886E7EAD925F}">
      <dgm:prSet/>
      <dgm:spPr/>
      <dgm:t>
        <a:bodyPr/>
        <a:lstStyle/>
        <a:p>
          <a:endParaRPr lang="en-US"/>
        </a:p>
      </dgm:t>
    </dgm:pt>
    <dgm:pt modelId="{3F4F35E4-E6F4-4E61-909D-61B73B4D2737}">
      <dgm:prSet/>
      <dgm:spPr/>
      <dgm:t>
        <a:bodyPr/>
        <a:lstStyle/>
        <a:p>
          <a:r>
            <a:rPr lang="en-US"/>
            <a:t>Common Error 4: Misspelling Names(e.g. Main)</a:t>
          </a:r>
        </a:p>
      </dgm:t>
    </dgm:pt>
    <dgm:pt modelId="{596554D7-8D3B-4E0B-9953-AB0C0C5F91B6}" type="parTrans" cxnId="{E358B48A-4A50-4789-97FD-0F0E301F300D}">
      <dgm:prSet/>
      <dgm:spPr/>
      <dgm:t>
        <a:bodyPr/>
        <a:lstStyle/>
        <a:p>
          <a:endParaRPr lang="en-US"/>
        </a:p>
      </dgm:t>
    </dgm:pt>
    <dgm:pt modelId="{EF33E2DE-1A23-4C5C-87E6-32B45E768377}" type="sibTrans" cxnId="{E358B48A-4A50-4789-97FD-0F0E301F300D}">
      <dgm:prSet/>
      <dgm:spPr/>
      <dgm:t>
        <a:bodyPr/>
        <a:lstStyle/>
        <a:p>
          <a:endParaRPr lang="en-US"/>
        </a:p>
      </dgm:t>
    </dgm:pt>
    <dgm:pt modelId="{BD64BCBF-8896-48BE-918E-0DB24EA2791F}" type="pres">
      <dgm:prSet presAssocID="{6A0C84F0-D8D1-43CC-9A5B-1DAA4EBA4557}" presName="outerComposite" presStyleCnt="0">
        <dgm:presLayoutVars>
          <dgm:chMax val="5"/>
          <dgm:dir/>
          <dgm:resizeHandles val="exact"/>
        </dgm:presLayoutVars>
      </dgm:prSet>
      <dgm:spPr/>
    </dgm:pt>
    <dgm:pt modelId="{29769E16-CBD6-4D0E-8398-A2B2171644F8}" type="pres">
      <dgm:prSet presAssocID="{6A0C84F0-D8D1-43CC-9A5B-1DAA4EBA4557}" presName="dummyMaxCanvas" presStyleCnt="0">
        <dgm:presLayoutVars/>
      </dgm:prSet>
      <dgm:spPr/>
    </dgm:pt>
    <dgm:pt modelId="{4D3C65FE-4E8A-4636-B2E1-5250527F84C0}" type="pres">
      <dgm:prSet presAssocID="{6A0C84F0-D8D1-43CC-9A5B-1DAA4EBA4557}" presName="FourNodes_1" presStyleLbl="node1" presStyleIdx="0" presStyleCnt="4">
        <dgm:presLayoutVars>
          <dgm:bulletEnabled val="1"/>
        </dgm:presLayoutVars>
      </dgm:prSet>
      <dgm:spPr/>
    </dgm:pt>
    <dgm:pt modelId="{ACE4A5E6-3923-43FC-945F-DAAD4ADDA965}" type="pres">
      <dgm:prSet presAssocID="{6A0C84F0-D8D1-43CC-9A5B-1DAA4EBA4557}" presName="FourNodes_2" presStyleLbl="node1" presStyleIdx="1" presStyleCnt="4">
        <dgm:presLayoutVars>
          <dgm:bulletEnabled val="1"/>
        </dgm:presLayoutVars>
      </dgm:prSet>
      <dgm:spPr/>
    </dgm:pt>
    <dgm:pt modelId="{5FE85828-C439-4835-83E6-A65167C2CCD0}" type="pres">
      <dgm:prSet presAssocID="{6A0C84F0-D8D1-43CC-9A5B-1DAA4EBA4557}" presName="FourNodes_3" presStyleLbl="node1" presStyleIdx="2" presStyleCnt="4">
        <dgm:presLayoutVars>
          <dgm:bulletEnabled val="1"/>
        </dgm:presLayoutVars>
      </dgm:prSet>
      <dgm:spPr/>
    </dgm:pt>
    <dgm:pt modelId="{601BC586-FBB6-4F3F-B821-AC29A5CB0BEC}" type="pres">
      <dgm:prSet presAssocID="{6A0C84F0-D8D1-43CC-9A5B-1DAA4EBA4557}" presName="FourNodes_4" presStyleLbl="node1" presStyleIdx="3" presStyleCnt="4">
        <dgm:presLayoutVars>
          <dgm:bulletEnabled val="1"/>
        </dgm:presLayoutVars>
      </dgm:prSet>
      <dgm:spPr/>
    </dgm:pt>
    <dgm:pt modelId="{CC8869A4-6E6C-433A-9ACD-13645EE65DD3}" type="pres">
      <dgm:prSet presAssocID="{6A0C84F0-D8D1-43CC-9A5B-1DAA4EBA4557}" presName="FourConn_1-2" presStyleLbl="fgAccFollowNode1" presStyleIdx="0" presStyleCnt="3">
        <dgm:presLayoutVars>
          <dgm:bulletEnabled val="1"/>
        </dgm:presLayoutVars>
      </dgm:prSet>
      <dgm:spPr/>
    </dgm:pt>
    <dgm:pt modelId="{0ACBADD9-706F-4458-A741-13ED802D4169}" type="pres">
      <dgm:prSet presAssocID="{6A0C84F0-D8D1-43CC-9A5B-1DAA4EBA4557}" presName="FourConn_2-3" presStyleLbl="fgAccFollowNode1" presStyleIdx="1" presStyleCnt="3">
        <dgm:presLayoutVars>
          <dgm:bulletEnabled val="1"/>
        </dgm:presLayoutVars>
      </dgm:prSet>
      <dgm:spPr/>
    </dgm:pt>
    <dgm:pt modelId="{020281C8-9312-4975-B703-A387E22F1DD2}" type="pres">
      <dgm:prSet presAssocID="{6A0C84F0-D8D1-43CC-9A5B-1DAA4EBA4557}" presName="FourConn_3-4" presStyleLbl="fgAccFollowNode1" presStyleIdx="2" presStyleCnt="3">
        <dgm:presLayoutVars>
          <dgm:bulletEnabled val="1"/>
        </dgm:presLayoutVars>
      </dgm:prSet>
      <dgm:spPr/>
    </dgm:pt>
    <dgm:pt modelId="{9B2CA766-3ED9-423D-990A-9CCF8924A26D}" type="pres">
      <dgm:prSet presAssocID="{6A0C84F0-D8D1-43CC-9A5B-1DAA4EBA4557}" presName="FourNodes_1_text" presStyleLbl="node1" presStyleIdx="3" presStyleCnt="4">
        <dgm:presLayoutVars>
          <dgm:bulletEnabled val="1"/>
        </dgm:presLayoutVars>
      </dgm:prSet>
      <dgm:spPr/>
    </dgm:pt>
    <dgm:pt modelId="{E97F44D4-CBD3-465C-85A1-C2CDC9DE916A}" type="pres">
      <dgm:prSet presAssocID="{6A0C84F0-D8D1-43CC-9A5B-1DAA4EBA4557}" presName="FourNodes_2_text" presStyleLbl="node1" presStyleIdx="3" presStyleCnt="4">
        <dgm:presLayoutVars>
          <dgm:bulletEnabled val="1"/>
        </dgm:presLayoutVars>
      </dgm:prSet>
      <dgm:spPr/>
    </dgm:pt>
    <dgm:pt modelId="{A4F6CE93-4F7D-4C81-81A5-219BE9901801}" type="pres">
      <dgm:prSet presAssocID="{6A0C84F0-D8D1-43CC-9A5B-1DAA4EBA4557}" presName="FourNodes_3_text" presStyleLbl="node1" presStyleIdx="3" presStyleCnt="4">
        <dgm:presLayoutVars>
          <dgm:bulletEnabled val="1"/>
        </dgm:presLayoutVars>
      </dgm:prSet>
      <dgm:spPr/>
    </dgm:pt>
    <dgm:pt modelId="{FCC86B6A-5FA6-4784-95B2-051F2391AB66}" type="pres">
      <dgm:prSet presAssocID="{6A0C84F0-D8D1-43CC-9A5B-1DAA4EBA4557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8A7A1D0C-42A3-4EE8-8F9A-6F43870A8587}" type="presOf" srcId="{B06DB209-A6EF-4520-9841-91EB53185920}" destId="{020281C8-9312-4975-B703-A387E22F1DD2}" srcOrd="0" destOrd="0" presId="urn:microsoft.com/office/officeart/2005/8/layout/vProcess5"/>
    <dgm:cxn modelId="{F182762C-9717-4936-A1D2-98B45557BE35}" type="presOf" srcId="{6A0C84F0-D8D1-43CC-9A5B-1DAA4EBA4557}" destId="{BD64BCBF-8896-48BE-918E-0DB24EA2791F}" srcOrd="0" destOrd="0" presId="urn:microsoft.com/office/officeart/2005/8/layout/vProcess5"/>
    <dgm:cxn modelId="{61BFC334-694A-4C78-9A85-86F023CBFF01}" type="presOf" srcId="{700CD40E-8100-42B6-9940-BCA6E4438DD4}" destId="{4D3C65FE-4E8A-4636-B2E1-5250527F84C0}" srcOrd="0" destOrd="0" presId="urn:microsoft.com/office/officeart/2005/8/layout/vProcess5"/>
    <dgm:cxn modelId="{E29BE645-1800-4B18-A210-9CCCC07ACF85}" srcId="{6A0C84F0-D8D1-43CC-9A5B-1DAA4EBA4557}" destId="{A607CCD7-D0BB-434A-9F18-AEF47A41FE23}" srcOrd="1" destOrd="0" parTransId="{98E61581-67CA-4B83-88AC-2D65B32F959B}" sibTransId="{0124133A-B658-47AE-B4E3-208B8DE7BD52}"/>
    <dgm:cxn modelId="{D5DAE84E-A8F8-4F9D-A30B-886E7EAD925F}" srcId="{6A0C84F0-D8D1-43CC-9A5B-1DAA4EBA4557}" destId="{65CC09B4-4C12-46C7-BF41-250019991258}" srcOrd="2" destOrd="0" parTransId="{619D71AA-6FB4-4617-ABEC-941CB45FE7BE}" sibTransId="{B06DB209-A6EF-4520-9841-91EB53185920}"/>
    <dgm:cxn modelId="{E0107A5A-8D2E-4AC2-9588-056B225CA0CF}" type="presOf" srcId="{A607CCD7-D0BB-434A-9F18-AEF47A41FE23}" destId="{ACE4A5E6-3923-43FC-945F-DAAD4ADDA965}" srcOrd="0" destOrd="0" presId="urn:microsoft.com/office/officeart/2005/8/layout/vProcess5"/>
    <dgm:cxn modelId="{9E362380-3552-49E5-BE1F-12F1424BC4D6}" type="presOf" srcId="{C0F89308-CCE5-4686-B54B-36EA552FE0F5}" destId="{CC8869A4-6E6C-433A-9ACD-13645EE65DD3}" srcOrd="0" destOrd="0" presId="urn:microsoft.com/office/officeart/2005/8/layout/vProcess5"/>
    <dgm:cxn modelId="{B4CA7886-4B22-4BD2-B4A9-1B449DC64714}" srcId="{6A0C84F0-D8D1-43CC-9A5B-1DAA4EBA4557}" destId="{700CD40E-8100-42B6-9940-BCA6E4438DD4}" srcOrd="0" destOrd="0" parTransId="{8E3D4882-DCC7-463F-96ED-2C9E11490898}" sibTransId="{C0F89308-CCE5-4686-B54B-36EA552FE0F5}"/>
    <dgm:cxn modelId="{E358B48A-4A50-4789-97FD-0F0E301F300D}" srcId="{6A0C84F0-D8D1-43CC-9A5B-1DAA4EBA4557}" destId="{3F4F35E4-E6F4-4E61-909D-61B73B4D2737}" srcOrd="3" destOrd="0" parTransId="{596554D7-8D3B-4E0B-9953-AB0C0C5F91B6}" sibTransId="{EF33E2DE-1A23-4C5C-87E6-32B45E768377}"/>
    <dgm:cxn modelId="{7FB37C96-0793-47B6-B6E2-0F2739A47A9B}" type="presOf" srcId="{0124133A-B658-47AE-B4E3-208B8DE7BD52}" destId="{0ACBADD9-706F-4458-A741-13ED802D4169}" srcOrd="0" destOrd="0" presId="urn:microsoft.com/office/officeart/2005/8/layout/vProcess5"/>
    <dgm:cxn modelId="{DE03F8B1-8DC1-44E8-B882-45BEECF008EF}" type="presOf" srcId="{65CC09B4-4C12-46C7-BF41-250019991258}" destId="{5FE85828-C439-4835-83E6-A65167C2CCD0}" srcOrd="0" destOrd="0" presId="urn:microsoft.com/office/officeart/2005/8/layout/vProcess5"/>
    <dgm:cxn modelId="{DA5EB5D1-0963-42D1-8FA7-D473DEBB9E23}" type="presOf" srcId="{A607CCD7-D0BB-434A-9F18-AEF47A41FE23}" destId="{E97F44D4-CBD3-465C-85A1-C2CDC9DE916A}" srcOrd="1" destOrd="0" presId="urn:microsoft.com/office/officeart/2005/8/layout/vProcess5"/>
    <dgm:cxn modelId="{B9C44BD3-9F2D-4365-BBF3-DD717CE4D29A}" type="presOf" srcId="{65CC09B4-4C12-46C7-BF41-250019991258}" destId="{A4F6CE93-4F7D-4C81-81A5-219BE9901801}" srcOrd="1" destOrd="0" presId="urn:microsoft.com/office/officeart/2005/8/layout/vProcess5"/>
    <dgm:cxn modelId="{0CA2FEE9-D0BA-45F2-9A90-EF6516B47D04}" type="presOf" srcId="{3F4F35E4-E6F4-4E61-909D-61B73B4D2737}" destId="{FCC86B6A-5FA6-4784-95B2-051F2391AB66}" srcOrd="1" destOrd="0" presId="urn:microsoft.com/office/officeart/2005/8/layout/vProcess5"/>
    <dgm:cxn modelId="{303E40EF-29FC-4B57-94BF-95C6A091C9F0}" type="presOf" srcId="{3F4F35E4-E6F4-4E61-909D-61B73B4D2737}" destId="{601BC586-FBB6-4F3F-B821-AC29A5CB0BEC}" srcOrd="0" destOrd="0" presId="urn:microsoft.com/office/officeart/2005/8/layout/vProcess5"/>
    <dgm:cxn modelId="{658B73FE-33B4-480B-949D-FD63C3C8190E}" type="presOf" srcId="{700CD40E-8100-42B6-9940-BCA6E4438DD4}" destId="{9B2CA766-3ED9-423D-990A-9CCF8924A26D}" srcOrd="1" destOrd="0" presId="urn:microsoft.com/office/officeart/2005/8/layout/vProcess5"/>
    <dgm:cxn modelId="{D562B4B5-8E8F-4F07-ADC3-72FBA33693DA}" type="presParOf" srcId="{BD64BCBF-8896-48BE-918E-0DB24EA2791F}" destId="{29769E16-CBD6-4D0E-8398-A2B2171644F8}" srcOrd="0" destOrd="0" presId="urn:microsoft.com/office/officeart/2005/8/layout/vProcess5"/>
    <dgm:cxn modelId="{C164F70A-5A7F-4A8A-BFAA-8F1BA4578414}" type="presParOf" srcId="{BD64BCBF-8896-48BE-918E-0DB24EA2791F}" destId="{4D3C65FE-4E8A-4636-B2E1-5250527F84C0}" srcOrd="1" destOrd="0" presId="urn:microsoft.com/office/officeart/2005/8/layout/vProcess5"/>
    <dgm:cxn modelId="{97D4920E-F0BB-431B-A3E9-C40FB2683D4C}" type="presParOf" srcId="{BD64BCBF-8896-48BE-918E-0DB24EA2791F}" destId="{ACE4A5E6-3923-43FC-945F-DAAD4ADDA965}" srcOrd="2" destOrd="0" presId="urn:microsoft.com/office/officeart/2005/8/layout/vProcess5"/>
    <dgm:cxn modelId="{9C9FA38B-768F-4D35-A4FA-30D46F907416}" type="presParOf" srcId="{BD64BCBF-8896-48BE-918E-0DB24EA2791F}" destId="{5FE85828-C439-4835-83E6-A65167C2CCD0}" srcOrd="3" destOrd="0" presId="urn:microsoft.com/office/officeart/2005/8/layout/vProcess5"/>
    <dgm:cxn modelId="{12DA9E46-39B5-4866-A15B-E16C72A7C4EF}" type="presParOf" srcId="{BD64BCBF-8896-48BE-918E-0DB24EA2791F}" destId="{601BC586-FBB6-4F3F-B821-AC29A5CB0BEC}" srcOrd="4" destOrd="0" presId="urn:microsoft.com/office/officeart/2005/8/layout/vProcess5"/>
    <dgm:cxn modelId="{E2A5391F-8EE4-4AE0-A9F1-4B4F1AA0E216}" type="presParOf" srcId="{BD64BCBF-8896-48BE-918E-0DB24EA2791F}" destId="{CC8869A4-6E6C-433A-9ACD-13645EE65DD3}" srcOrd="5" destOrd="0" presId="urn:microsoft.com/office/officeart/2005/8/layout/vProcess5"/>
    <dgm:cxn modelId="{6E3E3F26-907E-4DC5-86B9-02BBB1C38E32}" type="presParOf" srcId="{BD64BCBF-8896-48BE-918E-0DB24EA2791F}" destId="{0ACBADD9-706F-4458-A741-13ED802D4169}" srcOrd="6" destOrd="0" presId="urn:microsoft.com/office/officeart/2005/8/layout/vProcess5"/>
    <dgm:cxn modelId="{D2B0881F-FC56-41D2-9AF7-5921F3A520A7}" type="presParOf" srcId="{BD64BCBF-8896-48BE-918E-0DB24EA2791F}" destId="{020281C8-9312-4975-B703-A387E22F1DD2}" srcOrd="7" destOrd="0" presId="urn:microsoft.com/office/officeart/2005/8/layout/vProcess5"/>
    <dgm:cxn modelId="{741BA73F-4ACF-4CF8-809D-03C85D4BBE30}" type="presParOf" srcId="{BD64BCBF-8896-48BE-918E-0DB24EA2791F}" destId="{9B2CA766-3ED9-423D-990A-9CCF8924A26D}" srcOrd="8" destOrd="0" presId="urn:microsoft.com/office/officeart/2005/8/layout/vProcess5"/>
    <dgm:cxn modelId="{4A6948DB-36AC-4EA9-A744-5F4344428BC0}" type="presParOf" srcId="{BD64BCBF-8896-48BE-918E-0DB24EA2791F}" destId="{E97F44D4-CBD3-465C-85A1-C2CDC9DE916A}" srcOrd="9" destOrd="0" presId="urn:microsoft.com/office/officeart/2005/8/layout/vProcess5"/>
    <dgm:cxn modelId="{5C9B7729-BFDB-40ED-B723-7E1F4AE99934}" type="presParOf" srcId="{BD64BCBF-8896-48BE-918E-0DB24EA2791F}" destId="{A4F6CE93-4F7D-4C81-81A5-219BE9901801}" srcOrd="10" destOrd="0" presId="urn:microsoft.com/office/officeart/2005/8/layout/vProcess5"/>
    <dgm:cxn modelId="{98E4C688-11CD-44F7-96F6-E6C3049ACDF5}" type="presParOf" srcId="{BD64BCBF-8896-48BE-918E-0DB24EA2791F}" destId="{FCC86B6A-5FA6-4784-95B2-051F2391AB66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4F98187-E699-4A0B-902B-35BC8F9035D7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296A056-85DB-4DB0-9F47-F9E1B53032F1}">
      <dgm:prSet/>
      <dgm:spPr/>
      <dgm:t>
        <a:bodyPr/>
        <a:lstStyle/>
        <a:p>
          <a:r>
            <a:rPr lang="en-US"/>
            <a:t>Features of Java</a:t>
          </a:r>
        </a:p>
      </dgm:t>
    </dgm:pt>
    <dgm:pt modelId="{72A605F6-DB88-41A3-8CD4-BD845F65255D}" type="parTrans" cxnId="{0587A5DB-EC29-4200-B7B1-E11572297667}">
      <dgm:prSet/>
      <dgm:spPr/>
      <dgm:t>
        <a:bodyPr/>
        <a:lstStyle/>
        <a:p>
          <a:endParaRPr lang="en-US"/>
        </a:p>
      </dgm:t>
    </dgm:pt>
    <dgm:pt modelId="{CCD339D2-8109-45D3-89AD-DD411D26CC88}" type="sibTrans" cxnId="{0587A5DB-EC29-4200-B7B1-E11572297667}">
      <dgm:prSet/>
      <dgm:spPr/>
      <dgm:t>
        <a:bodyPr/>
        <a:lstStyle/>
        <a:p>
          <a:endParaRPr lang="en-US"/>
        </a:p>
      </dgm:t>
    </dgm:pt>
    <dgm:pt modelId="{DDFAE258-1AF2-463F-958F-E4FF8825B4CC}">
      <dgm:prSet/>
      <dgm:spPr/>
      <dgm:t>
        <a:bodyPr/>
        <a:lstStyle/>
        <a:p>
          <a:r>
            <a:rPr lang="en-US"/>
            <a:t>Parts of a simple Java Program</a:t>
          </a:r>
        </a:p>
      </dgm:t>
    </dgm:pt>
    <dgm:pt modelId="{7875C996-88A2-4C3D-B7A8-D2571691B146}" type="parTrans" cxnId="{D65BB1CD-3FFB-4839-8CFF-7CC23C27671E}">
      <dgm:prSet/>
      <dgm:spPr/>
      <dgm:t>
        <a:bodyPr/>
        <a:lstStyle/>
        <a:p>
          <a:endParaRPr lang="en-US"/>
        </a:p>
      </dgm:t>
    </dgm:pt>
    <dgm:pt modelId="{D30C428F-669C-4184-84D0-EAA0447D7C17}" type="sibTrans" cxnId="{D65BB1CD-3FFB-4839-8CFF-7CC23C27671E}">
      <dgm:prSet/>
      <dgm:spPr/>
      <dgm:t>
        <a:bodyPr/>
        <a:lstStyle/>
        <a:p>
          <a:endParaRPr lang="en-US"/>
        </a:p>
      </dgm:t>
    </dgm:pt>
    <dgm:pt modelId="{1975CDFC-EC8B-493A-8CF3-21C27A14F266}">
      <dgm:prSet/>
      <dgm:spPr/>
      <dgm:t>
        <a:bodyPr/>
        <a:lstStyle/>
        <a:p>
          <a:r>
            <a:rPr lang="en-US"/>
            <a:t>How to write, compile and run a Java Program</a:t>
          </a:r>
        </a:p>
      </dgm:t>
    </dgm:pt>
    <dgm:pt modelId="{AA0C371C-CD21-4625-883E-4A0C689CA458}" type="parTrans" cxnId="{D83FDD02-A033-4612-8400-E8C101E1B754}">
      <dgm:prSet/>
      <dgm:spPr/>
      <dgm:t>
        <a:bodyPr/>
        <a:lstStyle/>
        <a:p>
          <a:endParaRPr lang="en-US"/>
        </a:p>
      </dgm:t>
    </dgm:pt>
    <dgm:pt modelId="{C4EB58B5-68BF-4A3F-AE45-8734A3F0274F}" type="sibTrans" cxnId="{D83FDD02-A033-4612-8400-E8C101E1B754}">
      <dgm:prSet/>
      <dgm:spPr/>
      <dgm:t>
        <a:bodyPr/>
        <a:lstStyle/>
        <a:p>
          <a:endParaRPr lang="en-US"/>
        </a:p>
      </dgm:t>
    </dgm:pt>
    <dgm:pt modelId="{6E627390-FFFB-4F1F-A278-F4DA2E27A73F}">
      <dgm:prSet/>
      <dgm:spPr/>
      <dgm:t>
        <a:bodyPr/>
        <a:lstStyle/>
        <a:p>
          <a:r>
            <a:rPr lang="en-US"/>
            <a:t>Program Documentation</a:t>
          </a:r>
        </a:p>
      </dgm:t>
    </dgm:pt>
    <dgm:pt modelId="{F5F09CAD-EE9B-40E2-8D49-8ED2AB808F91}" type="parTrans" cxnId="{7235546A-EF07-4FB5-B673-5707EF852B65}">
      <dgm:prSet/>
      <dgm:spPr/>
      <dgm:t>
        <a:bodyPr/>
        <a:lstStyle/>
        <a:p>
          <a:endParaRPr lang="en-US"/>
        </a:p>
      </dgm:t>
    </dgm:pt>
    <dgm:pt modelId="{A616E9DD-7E04-4BED-8B23-44376355652B}" type="sibTrans" cxnId="{7235546A-EF07-4FB5-B673-5707EF852B65}">
      <dgm:prSet/>
      <dgm:spPr/>
      <dgm:t>
        <a:bodyPr/>
        <a:lstStyle/>
        <a:p>
          <a:endParaRPr lang="en-US"/>
        </a:p>
      </dgm:t>
    </dgm:pt>
    <dgm:pt modelId="{7453807B-C75F-42E1-A768-975E3CB77EDC}">
      <dgm:prSet/>
      <dgm:spPr/>
      <dgm:t>
        <a:bodyPr/>
        <a:lstStyle/>
        <a:p>
          <a:r>
            <a:rPr lang="en-US"/>
            <a:t>Program Errors</a:t>
          </a:r>
        </a:p>
      </dgm:t>
    </dgm:pt>
    <dgm:pt modelId="{F414FE12-7451-4C6D-8679-8C7D75C06402}" type="parTrans" cxnId="{11E12797-570F-400A-8B26-606F2A39D385}">
      <dgm:prSet/>
      <dgm:spPr/>
      <dgm:t>
        <a:bodyPr/>
        <a:lstStyle/>
        <a:p>
          <a:endParaRPr lang="en-US"/>
        </a:p>
      </dgm:t>
    </dgm:pt>
    <dgm:pt modelId="{19D0044B-EBBB-4E6F-A24F-743E1B0EE725}" type="sibTrans" cxnId="{11E12797-570F-400A-8B26-606F2A39D385}">
      <dgm:prSet/>
      <dgm:spPr/>
      <dgm:t>
        <a:bodyPr/>
        <a:lstStyle/>
        <a:p>
          <a:endParaRPr lang="en-US"/>
        </a:p>
      </dgm:t>
    </dgm:pt>
    <dgm:pt modelId="{5BB6544E-752C-4CF8-AF92-D8AE0CE57FF8}" type="pres">
      <dgm:prSet presAssocID="{34F98187-E699-4A0B-902B-35BC8F9035D7}" presName="vert0" presStyleCnt="0">
        <dgm:presLayoutVars>
          <dgm:dir/>
          <dgm:animOne val="branch"/>
          <dgm:animLvl val="lvl"/>
        </dgm:presLayoutVars>
      </dgm:prSet>
      <dgm:spPr/>
    </dgm:pt>
    <dgm:pt modelId="{54384E2F-E016-4BB6-A31E-4564DB763D70}" type="pres">
      <dgm:prSet presAssocID="{9296A056-85DB-4DB0-9F47-F9E1B53032F1}" presName="thickLine" presStyleLbl="alignNode1" presStyleIdx="0" presStyleCnt="5"/>
      <dgm:spPr/>
    </dgm:pt>
    <dgm:pt modelId="{1F1C0A46-BE17-4A07-B7B1-E67088A09C47}" type="pres">
      <dgm:prSet presAssocID="{9296A056-85DB-4DB0-9F47-F9E1B53032F1}" presName="horz1" presStyleCnt="0"/>
      <dgm:spPr/>
    </dgm:pt>
    <dgm:pt modelId="{FC8A07FD-4846-48CC-BCD4-79F8C0A6DEC1}" type="pres">
      <dgm:prSet presAssocID="{9296A056-85DB-4DB0-9F47-F9E1B53032F1}" presName="tx1" presStyleLbl="revTx" presStyleIdx="0" presStyleCnt="5"/>
      <dgm:spPr/>
    </dgm:pt>
    <dgm:pt modelId="{FE5FB46E-92E9-4890-9633-BDF838BD53B1}" type="pres">
      <dgm:prSet presAssocID="{9296A056-85DB-4DB0-9F47-F9E1B53032F1}" presName="vert1" presStyleCnt="0"/>
      <dgm:spPr/>
    </dgm:pt>
    <dgm:pt modelId="{265FC9F6-FF40-4818-AFA2-8742EA84B164}" type="pres">
      <dgm:prSet presAssocID="{DDFAE258-1AF2-463F-958F-E4FF8825B4CC}" presName="thickLine" presStyleLbl="alignNode1" presStyleIdx="1" presStyleCnt="5"/>
      <dgm:spPr/>
    </dgm:pt>
    <dgm:pt modelId="{32BAC3B1-3B6D-49EA-A1BB-78895B86A678}" type="pres">
      <dgm:prSet presAssocID="{DDFAE258-1AF2-463F-958F-E4FF8825B4CC}" presName="horz1" presStyleCnt="0"/>
      <dgm:spPr/>
    </dgm:pt>
    <dgm:pt modelId="{F106015A-FA43-43B9-BFBE-29213F374D1B}" type="pres">
      <dgm:prSet presAssocID="{DDFAE258-1AF2-463F-958F-E4FF8825B4CC}" presName="tx1" presStyleLbl="revTx" presStyleIdx="1" presStyleCnt="5"/>
      <dgm:spPr/>
    </dgm:pt>
    <dgm:pt modelId="{6E4CE1A6-7A4E-4CF6-8421-6D18DFE6ADF4}" type="pres">
      <dgm:prSet presAssocID="{DDFAE258-1AF2-463F-958F-E4FF8825B4CC}" presName="vert1" presStyleCnt="0"/>
      <dgm:spPr/>
    </dgm:pt>
    <dgm:pt modelId="{E0001475-C088-42E6-A11A-B7BE1F66C921}" type="pres">
      <dgm:prSet presAssocID="{1975CDFC-EC8B-493A-8CF3-21C27A14F266}" presName="thickLine" presStyleLbl="alignNode1" presStyleIdx="2" presStyleCnt="5"/>
      <dgm:spPr/>
    </dgm:pt>
    <dgm:pt modelId="{80DD8FC5-F868-4201-A139-C6A0A3A6BA1E}" type="pres">
      <dgm:prSet presAssocID="{1975CDFC-EC8B-493A-8CF3-21C27A14F266}" presName="horz1" presStyleCnt="0"/>
      <dgm:spPr/>
    </dgm:pt>
    <dgm:pt modelId="{C033A413-AACB-452F-98C8-F00E5FD80915}" type="pres">
      <dgm:prSet presAssocID="{1975CDFC-EC8B-493A-8CF3-21C27A14F266}" presName="tx1" presStyleLbl="revTx" presStyleIdx="2" presStyleCnt="5"/>
      <dgm:spPr/>
    </dgm:pt>
    <dgm:pt modelId="{A7214E23-1388-4F45-ACAC-6A6946B96730}" type="pres">
      <dgm:prSet presAssocID="{1975CDFC-EC8B-493A-8CF3-21C27A14F266}" presName="vert1" presStyleCnt="0"/>
      <dgm:spPr/>
    </dgm:pt>
    <dgm:pt modelId="{41796A8A-6DAC-4B42-957C-AC94CB86DF5F}" type="pres">
      <dgm:prSet presAssocID="{6E627390-FFFB-4F1F-A278-F4DA2E27A73F}" presName="thickLine" presStyleLbl="alignNode1" presStyleIdx="3" presStyleCnt="5"/>
      <dgm:spPr/>
    </dgm:pt>
    <dgm:pt modelId="{29090EA7-F4DA-4DD1-9B40-F5D9D49D913F}" type="pres">
      <dgm:prSet presAssocID="{6E627390-FFFB-4F1F-A278-F4DA2E27A73F}" presName="horz1" presStyleCnt="0"/>
      <dgm:spPr/>
    </dgm:pt>
    <dgm:pt modelId="{59A6F957-C6DB-4F2F-A5CE-8D35CC4A0062}" type="pres">
      <dgm:prSet presAssocID="{6E627390-FFFB-4F1F-A278-F4DA2E27A73F}" presName="tx1" presStyleLbl="revTx" presStyleIdx="3" presStyleCnt="5"/>
      <dgm:spPr/>
    </dgm:pt>
    <dgm:pt modelId="{66D79734-B1CF-43DA-B094-C4A6D6131514}" type="pres">
      <dgm:prSet presAssocID="{6E627390-FFFB-4F1F-A278-F4DA2E27A73F}" presName="vert1" presStyleCnt="0"/>
      <dgm:spPr/>
    </dgm:pt>
    <dgm:pt modelId="{00C0C5DD-1BE0-487E-96F9-A7B7CF470B56}" type="pres">
      <dgm:prSet presAssocID="{7453807B-C75F-42E1-A768-975E3CB77EDC}" presName="thickLine" presStyleLbl="alignNode1" presStyleIdx="4" presStyleCnt="5"/>
      <dgm:spPr/>
    </dgm:pt>
    <dgm:pt modelId="{7CD13301-EC38-49B7-9C61-923959DCE38A}" type="pres">
      <dgm:prSet presAssocID="{7453807B-C75F-42E1-A768-975E3CB77EDC}" presName="horz1" presStyleCnt="0"/>
      <dgm:spPr/>
    </dgm:pt>
    <dgm:pt modelId="{3E3FBFB8-4FB4-488C-84A5-4CC643491319}" type="pres">
      <dgm:prSet presAssocID="{7453807B-C75F-42E1-A768-975E3CB77EDC}" presName="tx1" presStyleLbl="revTx" presStyleIdx="4" presStyleCnt="5"/>
      <dgm:spPr/>
    </dgm:pt>
    <dgm:pt modelId="{F4E3F825-733E-441B-959C-6209A0206AA8}" type="pres">
      <dgm:prSet presAssocID="{7453807B-C75F-42E1-A768-975E3CB77EDC}" presName="vert1" presStyleCnt="0"/>
      <dgm:spPr/>
    </dgm:pt>
  </dgm:ptLst>
  <dgm:cxnLst>
    <dgm:cxn modelId="{D83FDD02-A033-4612-8400-E8C101E1B754}" srcId="{34F98187-E699-4A0B-902B-35BC8F9035D7}" destId="{1975CDFC-EC8B-493A-8CF3-21C27A14F266}" srcOrd="2" destOrd="0" parTransId="{AA0C371C-CD21-4625-883E-4A0C689CA458}" sibTransId="{C4EB58B5-68BF-4A3F-AE45-8734A3F0274F}"/>
    <dgm:cxn modelId="{4F720828-77E9-4018-A382-B8F3613730FD}" type="presOf" srcId="{6E627390-FFFB-4F1F-A278-F4DA2E27A73F}" destId="{59A6F957-C6DB-4F2F-A5CE-8D35CC4A0062}" srcOrd="0" destOrd="0" presId="urn:microsoft.com/office/officeart/2008/layout/LinedList"/>
    <dgm:cxn modelId="{2C4A1332-0825-40B2-BEE1-9C94915F2BB9}" type="presOf" srcId="{1975CDFC-EC8B-493A-8CF3-21C27A14F266}" destId="{C033A413-AACB-452F-98C8-F00E5FD80915}" srcOrd="0" destOrd="0" presId="urn:microsoft.com/office/officeart/2008/layout/LinedList"/>
    <dgm:cxn modelId="{7235546A-EF07-4FB5-B673-5707EF852B65}" srcId="{34F98187-E699-4A0B-902B-35BC8F9035D7}" destId="{6E627390-FFFB-4F1F-A278-F4DA2E27A73F}" srcOrd="3" destOrd="0" parTransId="{F5F09CAD-EE9B-40E2-8D49-8ED2AB808F91}" sibTransId="{A616E9DD-7E04-4BED-8B23-44376355652B}"/>
    <dgm:cxn modelId="{F2E6DC6F-8B4A-4A57-87BA-A3926DB8CE46}" type="presOf" srcId="{DDFAE258-1AF2-463F-958F-E4FF8825B4CC}" destId="{F106015A-FA43-43B9-BFBE-29213F374D1B}" srcOrd="0" destOrd="0" presId="urn:microsoft.com/office/officeart/2008/layout/LinedList"/>
    <dgm:cxn modelId="{EA027450-630D-47F3-A6A1-BB0D70464911}" type="presOf" srcId="{7453807B-C75F-42E1-A768-975E3CB77EDC}" destId="{3E3FBFB8-4FB4-488C-84A5-4CC643491319}" srcOrd="0" destOrd="0" presId="urn:microsoft.com/office/officeart/2008/layout/LinedList"/>
    <dgm:cxn modelId="{4E01AF7C-B77C-44FD-BE9C-58CB72186174}" type="presOf" srcId="{34F98187-E699-4A0B-902B-35BC8F9035D7}" destId="{5BB6544E-752C-4CF8-AF92-D8AE0CE57FF8}" srcOrd="0" destOrd="0" presId="urn:microsoft.com/office/officeart/2008/layout/LinedList"/>
    <dgm:cxn modelId="{11E12797-570F-400A-8B26-606F2A39D385}" srcId="{34F98187-E699-4A0B-902B-35BC8F9035D7}" destId="{7453807B-C75F-42E1-A768-975E3CB77EDC}" srcOrd="4" destOrd="0" parTransId="{F414FE12-7451-4C6D-8679-8C7D75C06402}" sibTransId="{19D0044B-EBBB-4E6F-A24F-743E1B0EE725}"/>
    <dgm:cxn modelId="{D65BB1CD-3FFB-4839-8CFF-7CC23C27671E}" srcId="{34F98187-E699-4A0B-902B-35BC8F9035D7}" destId="{DDFAE258-1AF2-463F-958F-E4FF8825B4CC}" srcOrd="1" destOrd="0" parTransId="{7875C996-88A2-4C3D-B7A8-D2571691B146}" sibTransId="{D30C428F-669C-4184-84D0-EAA0447D7C17}"/>
    <dgm:cxn modelId="{0AED1DD2-629E-4B39-8F67-1BDB74B7F7F5}" type="presOf" srcId="{9296A056-85DB-4DB0-9F47-F9E1B53032F1}" destId="{FC8A07FD-4846-48CC-BCD4-79F8C0A6DEC1}" srcOrd="0" destOrd="0" presId="urn:microsoft.com/office/officeart/2008/layout/LinedList"/>
    <dgm:cxn modelId="{0587A5DB-EC29-4200-B7B1-E11572297667}" srcId="{34F98187-E699-4A0B-902B-35BC8F9035D7}" destId="{9296A056-85DB-4DB0-9F47-F9E1B53032F1}" srcOrd="0" destOrd="0" parTransId="{72A605F6-DB88-41A3-8CD4-BD845F65255D}" sibTransId="{CCD339D2-8109-45D3-89AD-DD411D26CC88}"/>
    <dgm:cxn modelId="{A6E03036-581B-4240-82AD-39210E690409}" type="presParOf" srcId="{5BB6544E-752C-4CF8-AF92-D8AE0CE57FF8}" destId="{54384E2F-E016-4BB6-A31E-4564DB763D70}" srcOrd="0" destOrd="0" presId="urn:microsoft.com/office/officeart/2008/layout/LinedList"/>
    <dgm:cxn modelId="{C7E82BA4-3970-4A3B-905D-2D9A82BE9FA3}" type="presParOf" srcId="{5BB6544E-752C-4CF8-AF92-D8AE0CE57FF8}" destId="{1F1C0A46-BE17-4A07-B7B1-E67088A09C47}" srcOrd="1" destOrd="0" presId="urn:microsoft.com/office/officeart/2008/layout/LinedList"/>
    <dgm:cxn modelId="{22BCCE08-56CD-40E9-A09A-1CC36D17BC90}" type="presParOf" srcId="{1F1C0A46-BE17-4A07-B7B1-E67088A09C47}" destId="{FC8A07FD-4846-48CC-BCD4-79F8C0A6DEC1}" srcOrd="0" destOrd="0" presId="urn:microsoft.com/office/officeart/2008/layout/LinedList"/>
    <dgm:cxn modelId="{EBEAC526-CB6F-4ED8-8298-024C9E460090}" type="presParOf" srcId="{1F1C0A46-BE17-4A07-B7B1-E67088A09C47}" destId="{FE5FB46E-92E9-4890-9633-BDF838BD53B1}" srcOrd="1" destOrd="0" presId="urn:microsoft.com/office/officeart/2008/layout/LinedList"/>
    <dgm:cxn modelId="{2AC3459E-6495-4E7C-8A63-03154937299C}" type="presParOf" srcId="{5BB6544E-752C-4CF8-AF92-D8AE0CE57FF8}" destId="{265FC9F6-FF40-4818-AFA2-8742EA84B164}" srcOrd="2" destOrd="0" presId="urn:microsoft.com/office/officeart/2008/layout/LinedList"/>
    <dgm:cxn modelId="{78EC97DE-24BB-47EF-96D8-29F3A53FBD07}" type="presParOf" srcId="{5BB6544E-752C-4CF8-AF92-D8AE0CE57FF8}" destId="{32BAC3B1-3B6D-49EA-A1BB-78895B86A678}" srcOrd="3" destOrd="0" presId="urn:microsoft.com/office/officeart/2008/layout/LinedList"/>
    <dgm:cxn modelId="{9D3F58E3-C2E9-4B21-8A0B-7A50A07834F7}" type="presParOf" srcId="{32BAC3B1-3B6D-49EA-A1BB-78895B86A678}" destId="{F106015A-FA43-43B9-BFBE-29213F374D1B}" srcOrd="0" destOrd="0" presId="urn:microsoft.com/office/officeart/2008/layout/LinedList"/>
    <dgm:cxn modelId="{F6AAB191-6DF8-46F2-9581-F98D826DAE56}" type="presParOf" srcId="{32BAC3B1-3B6D-49EA-A1BB-78895B86A678}" destId="{6E4CE1A6-7A4E-4CF6-8421-6D18DFE6ADF4}" srcOrd="1" destOrd="0" presId="urn:microsoft.com/office/officeart/2008/layout/LinedList"/>
    <dgm:cxn modelId="{81784FC8-D475-4F36-B507-8BC1B4AE2EB7}" type="presParOf" srcId="{5BB6544E-752C-4CF8-AF92-D8AE0CE57FF8}" destId="{E0001475-C088-42E6-A11A-B7BE1F66C921}" srcOrd="4" destOrd="0" presId="urn:microsoft.com/office/officeart/2008/layout/LinedList"/>
    <dgm:cxn modelId="{DCC013F6-2DB1-4B25-8AB2-F69B0CB4F7BD}" type="presParOf" srcId="{5BB6544E-752C-4CF8-AF92-D8AE0CE57FF8}" destId="{80DD8FC5-F868-4201-A139-C6A0A3A6BA1E}" srcOrd="5" destOrd="0" presId="urn:microsoft.com/office/officeart/2008/layout/LinedList"/>
    <dgm:cxn modelId="{AE6F8D65-806D-4B6C-AFEB-CE0F029D30B6}" type="presParOf" srcId="{80DD8FC5-F868-4201-A139-C6A0A3A6BA1E}" destId="{C033A413-AACB-452F-98C8-F00E5FD80915}" srcOrd="0" destOrd="0" presId="urn:microsoft.com/office/officeart/2008/layout/LinedList"/>
    <dgm:cxn modelId="{AA44B9D8-F89C-4E32-8DA2-9E13B6B015EC}" type="presParOf" srcId="{80DD8FC5-F868-4201-A139-C6A0A3A6BA1E}" destId="{A7214E23-1388-4F45-ACAC-6A6946B96730}" srcOrd="1" destOrd="0" presId="urn:microsoft.com/office/officeart/2008/layout/LinedList"/>
    <dgm:cxn modelId="{80B6608D-8AB7-4F1D-B05E-2B7EC52C0CDA}" type="presParOf" srcId="{5BB6544E-752C-4CF8-AF92-D8AE0CE57FF8}" destId="{41796A8A-6DAC-4B42-957C-AC94CB86DF5F}" srcOrd="6" destOrd="0" presId="urn:microsoft.com/office/officeart/2008/layout/LinedList"/>
    <dgm:cxn modelId="{B5C16600-7C7B-41F3-98C2-7B5C6B5D10AD}" type="presParOf" srcId="{5BB6544E-752C-4CF8-AF92-D8AE0CE57FF8}" destId="{29090EA7-F4DA-4DD1-9B40-F5D9D49D913F}" srcOrd="7" destOrd="0" presId="urn:microsoft.com/office/officeart/2008/layout/LinedList"/>
    <dgm:cxn modelId="{D6778BBE-B6FC-4697-84B5-8C510230E0D0}" type="presParOf" srcId="{29090EA7-F4DA-4DD1-9B40-F5D9D49D913F}" destId="{59A6F957-C6DB-4F2F-A5CE-8D35CC4A0062}" srcOrd="0" destOrd="0" presId="urn:microsoft.com/office/officeart/2008/layout/LinedList"/>
    <dgm:cxn modelId="{81C9C962-17C9-4A7A-A1AA-684BFCDC7433}" type="presParOf" srcId="{29090EA7-F4DA-4DD1-9B40-F5D9D49D913F}" destId="{66D79734-B1CF-43DA-B094-C4A6D6131514}" srcOrd="1" destOrd="0" presId="urn:microsoft.com/office/officeart/2008/layout/LinedList"/>
    <dgm:cxn modelId="{AC8853C3-3770-4B2F-A682-D93521768A03}" type="presParOf" srcId="{5BB6544E-752C-4CF8-AF92-D8AE0CE57FF8}" destId="{00C0C5DD-1BE0-487E-96F9-A7B7CF470B56}" srcOrd="8" destOrd="0" presId="urn:microsoft.com/office/officeart/2008/layout/LinedList"/>
    <dgm:cxn modelId="{9CF82B6E-5633-4988-B637-0AB84523F63C}" type="presParOf" srcId="{5BB6544E-752C-4CF8-AF92-D8AE0CE57FF8}" destId="{7CD13301-EC38-49B7-9C61-923959DCE38A}" srcOrd="9" destOrd="0" presId="urn:microsoft.com/office/officeart/2008/layout/LinedList"/>
    <dgm:cxn modelId="{98A440C3-400C-4A97-957F-938A38733A5C}" type="presParOf" srcId="{7CD13301-EC38-49B7-9C61-923959DCE38A}" destId="{3E3FBFB8-4FB4-488C-84A5-4CC643491319}" srcOrd="0" destOrd="0" presId="urn:microsoft.com/office/officeart/2008/layout/LinedList"/>
    <dgm:cxn modelId="{B97C13B0-FA34-4585-A723-B83DED33C754}" type="presParOf" srcId="{7CD13301-EC38-49B7-9C61-923959DCE38A}" destId="{F4E3F825-733E-441B-959C-6209A0206AA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FD3387-A3C2-4CAA-8FF8-763D7DEEB4B3}">
      <dsp:nvSpPr>
        <dsp:cNvPr id="0" name=""/>
        <dsp:cNvSpPr/>
      </dsp:nvSpPr>
      <dsp:spPr>
        <a:xfrm rot="5400000">
          <a:off x="5028531" y="-2103801"/>
          <a:ext cx="668848" cy="5047488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Sequence of statements intended to accomplish a task</a:t>
          </a:r>
        </a:p>
      </dsp:txBody>
      <dsp:txXfrm rot="-5400000">
        <a:off x="2839211" y="118169"/>
        <a:ext cx="5014838" cy="603548"/>
      </dsp:txXfrm>
    </dsp:sp>
    <dsp:sp modelId="{8C2980C3-5D9C-4C7A-9872-3BF598F6F18E}">
      <dsp:nvSpPr>
        <dsp:cNvPr id="0" name=""/>
        <dsp:cNvSpPr/>
      </dsp:nvSpPr>
      <dsp:spPr>
        <a:xfrm>
          <a:off x="0" y="1912"/>
          <a:ext cx="2839212" cy="8360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Computer Program</a:t>
          </a:r>
        </a:p>
      </dsp:txBody>
      <dsp:txXfrm>
        <a:off x="40813" y="42725"/>
        <a:ext cx="2757586" cy="754434"/>
      </dsp:txXfrm>
    </dsp:sp>
    <dsp:sp modelId="{10AD339C-4C25-4F58-B8F2-DE6CA5C225DA}">
      <dsp:nvSpPr>
        <dsp:cNvPr id="0" name=""/>
        <dsp:cNvSpPr/>
      </dsp:nvSpPr>
      <dsp:spPr>
        <a:xfrm rot="5400000">
          <a:off x="5028531" y="-1225938"/>
          <a:ext cx="668848" cy="5047488"/>
        </a:xfrm>
        <a:prstGeom prst="round2SameRect">
          <a:avLst/>
        </a:prstGeom>
        <a:solidFill>
          <a:schemeClr val="accent2">
            <a:tint val="40000"/>
            <a:alpha val="90000"/>
            <a:hueOff val="1256455"/>
            <a:satOff val="-1094"/>
            <a:lumOff val="-1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1256455"/>
              <a:satOff val="-1094"/>
              <a:lumOff val="-1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A process of planning and creating a program</a:t>
          </a:r>
        </a:p>
      </dsp:txBody>
      <dsp:txXfrm rot="-5400000">
        <a:off x="2839211" y="996032"/>
        <a:ext cx="5014838" cy="603548"/>
      </dsp:txXfrm>
    </dsp:sp>
    <dsp:sp modelId="{8598265D-62E2-4CD1-8727-D45C8D9FC116}">
      <dsp:nvSpPr>
        <dsp:cNvPr id="0" name=""/>
        <dsp:cNvSpPr/>
      </dsp:nvSpPr>
      <dsp:spPr>
        <a:xfrm>
          <a:off x="0" y="879775"/>
          <a:ext cx="2839212" cy="836060"/>
        </a:xfrm>
        <a:prstGeom prst="roundRect">
          <a:avLst/>
        </a:prstGeom>
        <a:gradFill rotWithShape="0">
          <a:gsLst>
            <a:gs pos="0">
              <a:schemeClr val="accent2">
                <a:hueOff val="1170380"/>
                <a:satOff val="-1460"/>
                <a:lumOff val="343"/>
                <a:alphaOff val="0"/>
                <a:shade val="51000"/>
                <a:satMod val="130000"/>
              </a:schemeClr>
            </a:gs>
            <a:gs pos="80000">
              <a:schemeClr val="accent2">
                <a:hueOff val="1170380"/>
                <a:satOff val="-1460"/>
                <a:lumOff val="343"/>
                <a:alphaOff val="0"/>
                <a:shade val="93000"/>
                <a:satMod val="130000"/>
              </a:schemeClr>
            </a:gs>
            <a:gs pos="100000">
              <a:schemeClr val="accent2">
                <a:hueOff val="1170380"/>
                <a:satOff val="-1460"/>
                <a:lumOff val="34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Programming </a:t>
          </a:r>
        </a:p>
      </dsp:txBody>
      <dsp:txXfrm>
        <a:off x="40813" y="920588"/>
        <a:ext cx="2757586" cy="754434"/>
      </dsp:txXfrm>
    </dsp:sp>
    <dsp:sp modelId="{EF64C990-150B-462A-83F6-486EA5ADBA70}">
      <dsp:nvSpPr>
        <dsp:cNvPr id="0" name=""/>
        <dsp:cNvSpPr/>
      </dsp:nvSpPr>
      <dsp:spPr>
        <a:xfrm rot="5400000">
          <a:off x="5028531" y="-348075"/>
          <a:ext cx="668848" cy="5047488"/>
        </a:xfrm>
        <a:prstGeom prst="round2SameRect">
          <a:avLst/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A set of rules, symbols, and special words used to construct programs</a:t>
          </a:r>
        </a:p>
      </dsp:txBody>
      <dsp:txXfrm rot="-5400000">
        <a:off x="2839211" y="1873895"/>
        <a:ext cx="5014838" cy="603548"/>
      </dsp:txXfrm>
    </dsp:sp>
    <dsp:sp modelId="{322BFF52-8CFA-42AC-AF5D-0406C38A0D68}">
      <dsp:nvSpPr>
        <dsp:cNvPr id="0" name=""/>
        <dsp:cNvSpPr/>
      </dsp:nvSpPr>
      <dsp:spPr>
        <a:xfrm>
          <a:off x="0" y="1757638"/>
          <a:ext cx="2839212" cy="836060"/>
        </a:xfrm>
        <a:prstGeom prst="roundRect">
          <a:avLst/>
        </a:prstGeom>
        <a:gradFill rotWithShape="0">
          <a:gsLst>
            <a:gs pos="0">
              <a:schemeClr val="accent2">
                <a:hueOff val="2340760"/>
                <a:satOff val="-2919"/>
                <a:lumOff val="686"/>
                <a:alphaOff val="0"/>
                <a:shade val="51000"/>
                <a:satMod val="130000"/>
              </a:schemeClr>
            </a:gs>
            <a:gs pos="80000">
              <a:schemeClr val="accent2">
                <a:hueOff val="2340760"/>
                <a:satOff val="-2919"/>
                <a:lumOff val="686"/>
                <a:alphaOff val="0"/>
                <a:shade val="93000"/>
                <a:satMod val="130000"/>
              </a:schemeClr>
            </a:gs>
            <a:gs pos="100000">
              <a:schemeClr val="accent2">
                <a:hueOff val="2340760"/>
                <a:satOff val="-2919"/>
                <a:lumOff val="68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Programming language</a:t>
          </a:r>
        </a:p>
      </dsp:txBody>
      <dsp:txXfrm>
        <a:off x="40813" y="1798451"/>
        <a:ext cx="2757586" cy="754434"/>
      </dsp:txXfrm>
    </dsp:sp>
    <dsp:sp modelId="{B705DD38-BFBA-4C8B-BB5A-555FCBE8032B}">
      <dsp:nvSpPr>
        <dsp:cNvPr id="0" name=""/>
        <dsp:cNvSpPr/>
      </dsp:nvSpPr>
      <dsp:spPr>
        <a:xfrm rot="5400000">
          <a:off x="5028531" y="529788"/>
          <a:ext cx="668848" cy="5047488"/>
        </a:xfrm>
        <a:prstGeom prst="round2SameRect">
          <a:avLst/>
        </a:prstGeom>
        <a:solidFill>
          <a:schemeClr val="accent2">
            <a:tint val="40000"/>
            <a:alpha val="90000"/>
            <a:hueOff val="3769366"/>
            <a:satOff val="-3283"/>
            <a:lumOff val="-4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3769366"/>
              <a:satOff val="-3283"/>
              <a:lumOff val="-4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Which statements (instructions) are legal, or accepted by the programming language, and which are not</a:t>
          </a:r>
        </a:p>
      </dsp:txBody>
      <dsp:txXfrm rot="-5400000">
        <a:off x="2839211" y="2751758"/>
        <a:ext cx="5014838" cy="603548"/>
      </dsp:txXfrm>
    </dsp:sp>
    <dsp:sp modelId="{A25A7D62-F7B5-4D0C-8195-F0183EE74F48}">
      <dsp:nvSpPr>
        <dsp:cNvPr id="0" name=""/>
        <dsp:cNvSpPr/>
      </dsp:nvSpPr>
      <dsp:spPr>
        <a:xfrm>
          <a:off x="0" y="2635502"/>
          <a:ext cx="2839212" cy="836060"/>
        </a:xfrm>
        <a:prstGeom prst="roundRect">
          <a:avLst/>
        </a:prstGeom>
        <a:gradFill rotWithShape="0">
          <a:gsLst>
            <a:gs pos="0">
              <a:schemeClr val="accent2">
                <a:hueOff val="3511140"/>
                <a:satOff val="-4379"/>
                <a:lumOff val="1030"/>
                <a:alphaOff val="0"/>
                <a:shade val="51000"/>
                <a:satMod val="130000"/>
              </a:schemeClr>
            </a:gs>
            <a:gs pos="80000">
              <a:schemeClr val="accent2">
                <a:hueOff val="3511140"/>
                <a:satOff val="-4379"/>
                <a:lumOff val="1030"/>
                <a:alphaOff val="0"/>
                <a:shade val="93000"/>
                <a:satMod val="130000"/>
              </a:schemeClr>
            </a:gs>
            <a:gs pos="100000">
              <a:schemeClr val="accent2">
                <a:hueOff val="3511140"/>
                <a:satOff val="-4379"/>
                <a:lumOff val="103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Syntax rules </a:t>
          </a:r>
        </a:p>
      </dsp:txBody>
      <dsp:txXfrm>
        <a:off x="40813" y="2676315"/>
        <a:ext cx="2757586" cy="754434"/>
      </dsp:txXfrm>
    </dsp:sp>
    <dsp:sp modelId="{653F9A2E-C7DC-49AD-9586-E12871B493F4}">
      <dsp:nvSpPr>
        <dsp:cNvPr id="0" name=""/>
        <dsp:cNvSpPr/>
      </dsp:nvSpPr>
      <dsp:spPr>
        <a:xfrm rot="5400000">
          <a:off x="5028531" y="1407651"/>
          <a:ext cx="668848" cy="5047488"/>
        </a:xfrm>
        <a:prstGeom prst="round2SameRect">
          <a:avLst/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Determine the meaning of the instructions</a:t>
          </a:r>
        </a:p>
      </dsp:txBody>
      <dsp:txXfrm rot="-5400000">
        <a:off x="2839211" y="3629621"/>
        <a:ext cx="5014838" cy="603548"/>
      </dsp:txXfrm>
    </dsp:sp>
    <dsp:sp modelId="{F1A2B12D-5CE6-47AE-B5F9-AE15374A6E02}">
      <dsp:nvSpPr>
        <dsp:cNvPr id="0" name=""/>
        <dsp:cNvSpPr/>
      </dsp:nvSpPr>
      <dsp:spPr>
        <a:xfrm>
          <a:off x="0" y="3513365"/>
          <a:ext cx="2839212" cy="836060"/>
        </a:xfrm>
        <a:prstGeom prst="roundRect">
          <a:avLst/>
        </a:prstGeom>
        <a:gradFill rotWithShape="0">
          <a:gsLst>
            <a:gs pos="0">
              <a:schemeClr val="accent2">
                <a:hueOff val="4681520"/>
                <a:satOff val="-5839"/>
                <a:lumOff val="1373"/>
                <a:alphaOff val="0"/>
                <a:shade val="51000"/>
                <a:satMod val="130000"/>
              </a:schemeClr>
            </a:gs>
            <a:gs pos="80000">
              <a:schemeClr val="accent2">
                <a:hueOff val="4681520"/>
                <a:satOff val="-5839"/>
                <a:lumOff val="1373"/>
                <a:alphaOff val="0"/>
                <a:shade val="93000"/>
                <a:satMod val="130000"/>
              </a:schemeClr>
            </a:gs>
            <a:gs pos="100000">
              <a:schemeClr val="accent2">
                <a:hueOff val="4681520"/>
                <a:satOff val="-5839"/>
                <a:lumOff val="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Semantic rules</a:t>
          </a:r>
        </a:p>
      </dsp:txBody>
      <dsp:txXfrm>
        <a:off x="40813" y="3554178"/>
        <a:ext cx="2757586" cy="7544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ABE55C-8DE7-4122-B89C-F0EA25F9947A}">
      <dsp:nvSpPr>
        <dsp:cNvPr id="0" name=""/>
        <dsp:cNvSpPr/>
      </dsp:nvSpPr>
      <dsp:spPr>
        <a:xfrm>
          <a:off x="0" y="371"/>
          <a:ext cx="7886700" cy="5119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E6BB0D-4F8C-4713-AB5D-378E6C0DBC70}">
      <dsp:nvSpPr>
        <dsp:cNvPr id="0" name=""/>
        <dsp:cNvSpPr/>
      </dsp:nvSpPr>
      <dsp:spPr>
        <a:xfrm>
          <a:off x="154872" y="115566"/>
          <a:ext cx="281587" cy="281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D250D2-BDE0-4188-871E-6CAAAB4DFF24}">
      <dsp:nvSpPr>
        <dsp:cNvPr id="0" name=""/>
        <dsp:cNvSpPr/>
      </dsp:nvSpPr>
      <dsp:spPr>
        <a:xfrm>
          <a:off x="591332" y="371"/>
          <a:ext cx="7295367" cy="511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84" tIns="54184" rIns="54184" bIns="5418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Class name</a:t>
          </a:r>
        </a:p>
      </dsp:txBody>
      <dsp:txXfrm>
        <a:off x="591332" y="371"/>
        <a:ext cx="7295367" cy="511976"/>
      </dsp:txXfrm>
    </dsp:sp>
    <dsp:sp modelId="{4740D1EB-0B9F-42C7-8459-B0D2FAFC066D}">
      <dsp:nvSpPr>
        <dsp:cNvPr id="0" name=""/>
        <dsp:cNvSpPr/>
      </dsp:nvSpPr>
      <dsp:spPr>
        <a:xfrm>
          <a:off x="0" y="640342"/>
          <a:ext cx="7886700" cy="5119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0E93E9-EB6D-400B-BB9B-D8BC6B2FF7D7}">
      <dsp:nvSpPr>
        <dsp:cNvPr id="0" name=""/>
        <dsp:cNvSpPr/>
      </dsp:nvSpPr>
      <dsp:spPr>
        <a:xfrm>
          <a:off x="154872" y="755537"/>
          <a:ext cx="281587" cy="281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25DFE3-C890-4677-810D-F561E8748757}">
      <dsp:nvSpPr>
        <dsp:cNvPr id="0" name=""/>
        <dsp:cNvSpPr/>
      </dsp:nvSpPr>
      <dsp:spPr>
        <a:xfrm>
          <a:off x="591332" y="640342"/>
          <a:ext cx="7295367" cy="511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84" tIns="54184" rIns="54184" bIns="5418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Main method</a:t>
          </a:r>
        </a:p>
      </dsp:txBody>
      <dsp:txXfrm>
        <a:off x="591332" y="640342"/>
        <a:ext cx="7295367" cy="511976"/>
      </dsp:txXfrm>
    </dsp:sp>
    <dsp:sp modelId="{8ACDECD0-45E4-4461-AB8D-430DA9D295E2}">
      <dsp:nvSpPr>
        <dsp:cNvPr id="0" name=""/>
        <dsp:cNvSpPr/>
      </dsp:nvSpPr>
      <dsp:spPr>
        <a:xfrm>
          <a:off x="0" y="1280313"/>
          <a:ext cx="7886700" cy="5119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5602D3-F069-4122-BBED-5CEA54696A32}">
      <dsp:nvSpPr>
        <dsp:cNvPr id="0" name=""/>
        <dsp:cNvSpPr/>
      </dsp:nvSpPr>
      <dsp:spPr>
        <a:xfrm>
          <a:off x="154872" y="1395507"/>
          <a:ext cx="281587" cy="281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0F5C75-59CF-4404-A903-975D53266A65}">
      <dsp:nvSpPr>
        <dsp:cNvPr id="0" name=""/>
        <dsp:cNvSpPr/>
      </dsp:nvSpPr>
      <dsp:spPr>
        <a:xfrm>
          <a:off x="591332" y="1280313"/>
          <a:ext cx="7295367" cy="511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84" tIns="54184" rIns="54184" bIns="5418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Statements</a:t>
          </a:r>
        </a:p>
      </dsp:txBody>
      <dsp:txXfrm>
        <a:off x="591332" y="1280313"/>
        <a:ext cx="7295367" cy="511976"/>
      </dsp:txXfrm>
    </dsp:sp>
    <dsp:sp modelId="{3852D3FB-8204-4E76-AF7B-B424BAC9AE52}">
      <dsp:nvSpPr>
        <dsp:cNvPr id="0" name=""/>
        <dsp:cNvSpPr/>
      </dsp:nvSpPr>
      <dsp:spPr>
        <a:xfrm>
          <a:off x="0" y="1920283"/>
          <a:ext cx="7886700" cy="5119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4C3434-8C68-431F-95F6-97CF25E659FE}">
      <dsp:nvSpPr>
        <dsp:cNvPr id="0" name=""/>
        <dsp:cNvSpPr/>
      </dsp:nvSpPr>
      <dsp:spPr>
        <a:xfrm>
          <a:off x="154872" y="2035478"/>
          <a:ext cx="281587" cy="28158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BD9276-26A0-4860-8D50-3566765D592F}">
      <dsp:nvSpPr>
        <dsp:cNvPr id="0" name=""/>
        <dsp:cNvSpPr/>
      </dsp:nvSpPr>
      <dsp:spPr>
        <a:xfrm>
          <a:off x="591332" y="1920283"/>
          <a:ext cx="7295367" cy="511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84" tIns="54184" rIns="54184" bIns="5418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Statement terminator</a:t>
          </a:r>
        </a:p>
      </dsp:txBody>
      <dsp:txXfrm>
        <a:off x="591332" y="1920283"/>
        <a:ext cx="7295367" cy="511976"/>
      </dsp:txXfrm>
    </dsp:sp>
    <dsp:sp modelId="{45260790-043F-4362-BB62-6CDFCE9BA9E0}">
      <dsp:nvSpPr>
        <dsp:cNvPr id="0" name=""/>
        <dsp:cNvSpPr/>
      </dsp:nvSpPr>
      <dsp:spPr>
        <a:xfrm>
          <a:off x="0" y="2560254"/>
          <a:ext cx="7886700" cy="5119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5F022C-BF9A-4A12-ADA8-61B0593FEFB5}">
      <dsp:nvSpPr>
        <dsp:cNvPr id="0" name=""/>
        <dsp:cNvSpPr/>
      </dsp:nvSpPr>
      <dsp:spPr>
        <a:xfrm>
          <a:off x="154872" y="2675449"/>
          <a:ext cx="281587" cy="28158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EE04C0-6F91-420D-BF7F-50C8A4997C96}">
      <dsp:nvSpPr>
        <dsp:cNvPr id="0" name=""/>
        <dsp:cNvSpPr/>
      </dsp:nvSpPr>
      <dsp:spPr>
        <a:xfrm>
          <a:off x="591332" y="2560254"/>
          <a:ext cx="7295367" cy="511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84" tIns="54184" rIns="54184" bIns="5418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Reserved words</a:t>
          </a:r>
        </a:p>
      </dsp:txBody>
      <dsp:txXfrm>
        <a:off x="591332" y="2560254"/>
        <a:ext cx="7295367" cy="511976"/>
      </dsp:txXfrm>
    </dsp:sp>
    <dsp:sp modelId="{EFB03A85-391A-4915-891E-04C7A92DE981}">
      <dsp:nvSpPr>
        <dsp:cNvPr id="0" name=""/>
        <dsp:cNvSpPr/>
      </dsp:nvSpPr>
      <dsp:spPr>
        <a:xfrm>
          <a:off x="0" y="3200224"/>
          <a:ext cx="7886700" cy="5119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2FAAC1-8D35-4FEF-B1C7-CA7223C765D4}">
      <dsp:nvSpPr>
        <dsp:cNvPr id="0" name=""/>
        <dsp:cNvSpPr/>
      </dsp:nvSpPr>
      <dsp:spPr>
        <a:xfrm>
          <a:off x="154872" y="3315419"/>
          <a:ext cx="281587" cy="28158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82C9C9-9B88-40DD-9419-20935943A531}">
      <dsp:nvSpPr>
        <dsp:cNvPr id="0" name=""/>
        <dsp:cNvSpPr/>
      </dsp:nvSpPr>
      <dsp:spPr>
        <a:xfrm>
          <a:off x="591332" y="3200224"/>
          <a:ext cx="7295367" cy="511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84" tIns="54184" rIns="54184" bIns="5418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Comments</a:t>
          </a:r>
        </a:p>
      </dsp:txBody>
      <dsp:txXfrm>
        <a:off x="591332" y="3200224"/>
        <a:ext cx="7295367" cy="511976"/>
      </dsp:txXfrm>
    </dsp:sp>
    <dsp:sp modelId="{596BF2A3-8627-46F4-800E-F05218B43D9B}">
      <dsp:nvSpPr>
        <dsp:cNvPr id="0" name=""/>
        <dsp:cNvSpPr/>
      </dsp:nvSpPr>
      <dsp:spPr>
        <a:xfrm>
          <a:off x="0" y="3840195"/>
          <a:ext cx="7886700" cy="5119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6A2CEC-F47C-4D9C-9F32-3B706E447021}">
      <dsp:nvSpPr>
        <dsp:cNvPr id="0" name=""/>
        <dsp:cNvSpPr/>
      </dsp:nvSpPr>
      <dsp:spPr>
        <a:xfrm>
          <a:off x="154872" y="3955390"/>
          <a:ext cx="281587" cy="281587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54E384-18D3-4904-A85D-2E5959074903}">
      <dsp:nvSpPr>
        <dsp:cNvPr id="0" name=""/>
        <dsp:cNvSpPr/>
      </dsp:nvSpPr>
      <dsp:spPr>
        <a:xfrm>
          <a:off x="591332" y="3840195"/>
          <a:ext cx="7295367" cy="511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84" tIns="54184" rIns="54184" bIns="5418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Blocks</a:t>
          </a:r>
        </a:p>
      </dsp:txBody>
      <dsp:txXfrm>
        <a:off x="591332" y="3840195"/>
        <a:ext cx="7295367" cy="51197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506ACF-32E7-4203-B4CD-DB3E22988E33}">
      <dsp:nvSpPr>
        <dsp:cNvPr id="0" name=""/>
        <dsp:cNvSpPr/>
      </dsp:nvSpPr>
      <dsp:spPr>
        <a:xfrm>
          <a:off x="0" y="1666"/>
          <a:ext cx="8763000" cy="35504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4C6343-699E-430F-807E-9C5C9264DEB6}">
      <dsp:nvSpPr>
        <dsp:cNvPr id="0" name=""/>
        <dsp:cNvSpPr/>
      </dsp:nvSpPr>
      <dsp:spPr>
        <a:xfrm>
          <a:off x="107400" y="81551"/>
          <a:ext cx="195274" cy="19527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BE59CA-0D4E-4DBE-9BDB-CA34858FF5CA}">
      <dsp:nvSpPr>
        <dsp:cNvPr id="0" name=""/>
        <dsp:cNvSpPr/>
      </dsp:nvSpPr>
      <dsp:spPr>
        <a:xfrm>
          <a:off x="410076" y="1666"/>
          <a:ext cx="8352923" cy="355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576" tIns="37576" rIns="37576" bIns="37576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Java program </a:t>
          </a:r>
          <a:r>
            <a:rPr lang="en-US" sz="1800" kern="1200"/>
            <a:t>must have at </a:t>
          </a:r>
          <a:r>
            <a:rPr lang="en-US" sz="1800" kern="1200" dirty="0"/>
            <a:t>least one class</a:t>
          </a:r>
        </a:p>
      </dsp:txBody>
      <dsp:txXfrm>
        <a:off x="410076" y="1666"/>
        <a:ext cx="8352923" cy="355044"/>
      </dsp:txXfrm>
    </dsp:sp>
    <dsp:sp modelId="{9965E92A-8206-406B-9C34-231A8AAA0B4F}">
      <dsp:nvSpPr>
        <dsp:cNvPr id="0" name=""/>
        <dsp:cNvSpPr/>
      </dsp:nvSpPr>
      <dsp:spPr>
        <a:xfrm>
          <a:off x="0" y="445472"/>
          <a:ext cx="8763000" cy="35504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4649B4-80E8-4499-8DD3-C856488E18E7}">
      <dsp:nvSpPr>
        <dsp:cNvPr id="0" name=""/>
        <dsp:cNvSpPr/>
      </dsp:nvSpPr>
      <dsp:spPr>
        <a:xfrm>
          <a:off x="107400" y="525357"/>
          <a:ext cx="195274" cy="19527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406713-AA4B-4858-A2E2-FFE73BBD64E6}">
      <dsp:nvSpPr>
        <dsp:cNvPr id="0" name=""/>
        <dsp:cNvSpPr/>
      </dsp:nvSpPr>
      <dsp:spPr>
        <a:xfrm>
          <a:off x="410076" y="445472"/>
          <a:ext cx="8352923" cy="355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576" tIns="37576" rIns="37576" bIns="37576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Class name and file name must be same(Welcome.java)</a:t>
          </a:r>
        </a:p>
      </dsp:txBody>
      <dsp:txXfrm>
        <a:off x="410076" y="445472"/>
        <a:ext cx="8352923" cy="355044"/>
      </dsp:txXfrm>
    </dsp:sp>
    <dsp:sp modelId="{9779FD93-1FD9-47C0-9E40-A1CF08E51ED7}">
      <dsp:nvSpPr>
        <dsp:cNvPr id="0" name=""/>
        <dsp:cNvSpPr/>
      </dsp:nvSpPr>
      <dsp:spPr>
        <a:xfrm>
          <a:off x="0" y="889277"/>
          <a:ext cx="8763000" cy="35504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D13576-7F24-4BFF-B5C6-C4E987BD9408}">
      <dsp:nvSpPr>
        <dsp:cNvPr id="0" name=""/>
        <dsp:cNvSpPr/>
      </dsp:nvSpPr>
      <dsp:spPr>
        <a:xfrm>
          <a:off x="107400" y="969162"/>
          <a:ext cx="195274" cy="19527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46A50C-9EA8-4FF9-8C7C-566B0095EA11}">
      <dsp:nvSpPr>
        <dsp:cNvPr id="0" name=""/>
        <dsp:cNvSpPr/>
      </dsp:nvSpPr>
      <dsp:spPr>
        <a:xfrm>
          <a:off x="410076" y="889277"/>
          <a:ext cx="8352923" cy="355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576" tIns="37576" rIns="37576" bIns="37576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 Java all code must reside inside the class</a:t>
          </a:r>
        </a:p>
      </dsp:txBody>
      <dsp:txXfrm>
        <a:off x="410076" y="889277"/>
        <a:ext cx="8352923" cy="355044"/>
      </dsp:txXfrm>
    </dsp:sp>
    <dsp:sp modelId="{9E00706E-716A-4184-ABA4-405EB83186A4}">
      <dsp:nvSpPr>
        <dsp:cNvPr id="0" name=""/>
        <dsp:cNvSpPr/>
      </dsp:nvSpPr>
      <dsp:spPr>
        <a:xfrm>
          <a:off x="0" y="1333083"/>
          <a:ext cx="8763000" cy="35504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FB3A53-F6B4-4F70-9438-72984E5C3A1D}">
      <dsp:nvSpPr>
        <dsp:cNvPr id="0" name=""/>
        <dsp:cNvSpPr/>
      </dsp:nvSpPr>
      <dsp:spPr>
        <a:xfrm>
          <a:off x="107400" y="1412968"/>
          <a:ext cx="195274" cy="19527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27B05B-0D78-4FAA-AB07-A3349228EDFE}">
      <dsp:nvSpPr>
        <dsp:cNvPr id="0" name=""/>
        <dsp:cNvSpPr/>
      </dsp:nvSpPr>
      <dsp:spPr>
        <a:xfrm>
          <a:off x="410076" y="1333083"/>
          <a:ext cx="8352923" cy="355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576" tIns="37576" rIns="37576" bIns="37576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Java is case-sensitive</a:t>
          </a:r>
        </a:p>
      </dsp:txBody>
      <dsp:txXfrm>
        <a:off x="410076" y="1333083"/>
        <a:ext cx="8352923" cy="355044"/>
      </dsp:txXfrm>
    </dsp:sp>
    <dsp:sp modelId="{7B64B92D-8923-4408-9738-1B9B42542F8A}">
      <dsp:nvSpPr>
        <dsp:cNvPr id="0" name=""/>
        <dsp:cNvSpPr/>
      </dsp:nvSpPr>
      <dsp:spPr>
        <a:xfrm>
          <a:off x="0" y="1776888"/>
          <a:ext cx="8763000" cy="35504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3DF592-C952-40F9-933E-50620A552F28}">
      <dsp:nvSpPr>
        <dsp:cNvPr id="0" name=""/>
        <dsp:cNvSpPr/>
      </dsp:nvSpPr>
      <dsp:spPr>
        <a:xfrm>
          <a:off x="107400" y="1856773"/>
          <a:ext cx="195274" cy="19527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582A7D-EDE6-41A6-ABF8-46F443F614FB}">
      <dsp:nvSpPr>
        <dsp:cNvPr id="0" name=""/>
        <dsp:cNvSpPr/>
      </dsp:nvSpPr>
      <dsp:spPr>
        <a:xfrm>
          <a:off x="410076" y="1776888"/>
          <a:ext cx="8352923" cy="355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576" tIns="37576" rIns="37576" bIns="37576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 this example, the class name is Welcome</a:t>
          </a:r>
        </a:p>
      </dsp:txBody>
      <dsp:txXfrm>
        <a:off x="410076" y="1776888"/>
        <a:ext cx="8352923" cy="35504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E4D5F0-52C8-4C73-8CEC-E1C51F5F779E}">
      <dsp:nvSpPr>
        <dsp:cNvPr id="0" name=""/>
        <dsp:cNvSpPr/>
      </dsp:nvSpPr>
      <dsp:spPr>
        <a:xfrm>
          <a:off x="0" y="551839"/>
          <a:ext cx="5000124" cy="76752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/>
            <a:t>Token </a:t>
          </a:r>
          <a:endParaRPr lang="en-US" sz="3200" kern="1200"/>
        </a:p>
      </dsp:txBody>
      <dsp:txXfrm>
        <a:off x="37467" y="589306"/>
        <a:ext cx="4925190" cy="692586"/>
      </dsp:txXfrm>
    </dsp:sp>
    <dsp:sp modelId="{D4B1AD12-CA74-44FC-A11F-C61CC5AE8733}">
      <dsp:nvSpPr>
        <dsp:cNvPr id="0" name=""/>
        <dsp:cNvSpPr/>
      </dsp:nvSpPr>
      <dsp:spPr>
        <a:xfrm>
          <a:off x="0" y="1319359"/>
          <a:ext cx="5000124" cy="1159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754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The smallest individual unit of a program in any programming language</a:t>
          </a:r>
        </a:p>
      </dsp:txBody>
      <dsp:txXfrm>
        <a:off x="0" y="1319359"/>
        <a:ext cx="5000124" cy="1159200"/>
      </dsp:txXfrm>
    </dsp:sp>
    <dsp:sp modelId="{5A1F93DD-CA4E-46A6-B339-247C370569AC}">
      <dsp:nvSpPr>
        <dsp:cNvPr id="0" name=""/>
        <dsp:cNvSpPr/>
      </dsp:nvSpPr>
      <dsp:spPr>
        <a:xfrm>
          <a:off x="0" y="2478560"/>
          <a:ext cx="5000124" cy="76752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shade val="51000"/>
                <a:satMod val="130000"/>
              </a:schemeClr>
            </a:gs>
            <a:gs pos="80000">
              <a:schemeClr val="accent5">
                <a:hueOff val="-9933876"/>
                <a:satOff val="39811"/>
                <a:lumOff val="8628"/>
                <a:alphaOff val="0"/>
                <a:shade val="93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Java tokens are divided into </a:t>
          </a:r>
        </a:p>
      </dsp:txBody>
      <dsp:txXfrm>
        <a:off x="37467" y="2516027"/>
        <a:ext cx="4925190" cy="692586"/>
      </dsp:txXfrm>
    </dsp:sp>
    <dsp:sp modelId="{7AFF1EE6-116A-4ECC-8C2E-C2A1C001C97E}">
      <dsp:nvSpPr>
        <dsp:cNvPr id="0" name=""/>
        <dsp:cNvSpPr/>
      </dsp:nvSpPr>
      <dsp:spPr>
        <a:xfrm>
          <a:off x="0" y="3246080"/>
          <a:ext cx="5000124" cy="165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754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Special Symbols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Word Symbols (Reserve/keywords)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Identifiers</a:t>
          </a:r>
        </a:p>
      </dsp:txBody>
      <dsp:txXfrm>
        <a:off x="0" y="3246080"/>
        <a:ext cx="5000124" cy="1656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D8F846-E67C-43D6-A18F-DB572E5D5E24}">
      <dsp:nvSpPr>
        <dsp:cNvPr id="0" name=""/>
        <dsp:cNvSpPr/>
      </dsp:nvSpPr>
      <dsp:spPr>
        <a:xfrm>
          <a:off x="0" y="0"/>
          <a:ext cx="6688836" cy="7269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An identifier is a sequence of characters that consist of letters, digits, underscores (_), and dollar signs ($). </a:t>
          </a:r>
        </a:p>
      </dsp:txBody>
      <dsp:txXfrm>
        <a:off x="21292" y="21292"/>
        <a:ext cx="5819348" cy="684364"/>
      </dsp:txXfrm>
    </dsp:sp>
    <dsp:sp modelId="{FCAA1EF9-C2D1-458C-9CBF-099078223138}">
      <dsp:nvSpPr>
        <dsp:cNvPr id="0" name=""/>
        <dsp:cNvSpPr/>
      </dsp:nvSpPr>
      <dsp:spPr>
        <a:xfrm>
          <a:off x="499491" y="827913"/>
          <a:ext cx="6688836" cy="7269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An identifier must start with a letter, an underscore (_), or a dollar sign ($). It cannot start with a digit. </a:t>
          </a:r>
        </a:p>
      </dsp:txBody>
      <dsp:txXfrm>
        <a:off x="520783" y="849205"/>
        <a:ext cx="5674244" cy="684363"/>
      </dsp:txXfrm>
    </dsp:sp>
    <dsp:sp modelId="{A78F7F84-AFAB-4B69-8751-4539FEF9E232}">
      <dsp:nvSpPr>
        <dsp:cNvPr id="0" name=""/>
        <dsp:cNvSpPr/>
      </dsp:nvSpPr>
      <dsp:spPr>
        <a:xfrm>
          <a:off x="998982" y="1655826"/>
          <a:ext cx="6688836" cy="7269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An identifier cannot be a reserved word. (53 keywords are reserved for use by the Java language) </a:t>
          </a:r>
        </a:p>
      </dsp:txBody>
      <dsp:txXfrm>
        <a:off x="1020274" y="1677118"/>
        <a:ext cx="5674244" cy="684364"/>
      </dsp:txXfrm>
    </dsp:sp>
    <dsp:sp modelId="{4F5B6D0B-C538-4E0D-9590-684A45D006AA}">
      <dsp:nvSpPr>
        <dsp:cNvPr id="0" name=""/>
        <dsp:cNvSpPr/>
      </dsp:nvSpPr>
      <dsp:spPr>
        <a:xfrm>
          <a:off x="1498473" y="2483739"/>
          <a:ext cx="6688836" cy="7269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An identifier cannot be true, false, or null.</a:t>
          </a:r>
        </a:p>
      </dsp:txBody>
      <dsp:txXfrm>
        <a:off x="1519765" y="2505031"/>
        <a:ext cx="5674244" cy="684364"/>
      </dsp:txXfrm>
    </dsp:sp>
    <dsp:sp modelId="{F84B0E08-3314-41A4-A0B2-23F8F0DF7D9E}">
      <dsp:nvSpPr>
        <dsp:cNvPr id="0" name=""/>
        <dsp:cNvSpPr/>
      </dsp:nvSpPr>
      <dsp:spPr>
        <a:xfrm>
          <a:off x="1997964" y="3311652"/>
          <a:ext cx="6688836" cy="7269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An identifier can be of any length.</a:t>
          </a:r>
        </a:p>
      </dsp:txBody>
      <dsp:txXfrm>
        <a:off x="2019256" y="3332944"/>
        <a:ext cx="5674244" cy="684363"/>
      </dsp:txXfrm>
    </dsp:sp>
    <dsp:sp modelId="{361233F1-0895-424B-A7DE-AC2474355083}">
      <dsp:nvSpPr>
        <dsp:cNvPr id="0" name=""/>
        <dsp:cNvSpPr/>
      </dsp:nvSpPr>
      <dsp:spPr>
        <a:xfrm>
          <a:off x="6216319" y="531075"/>
          <a:ext cx="472516" cy="47251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6322635" y="531075"/>
        <a:ext cx="259884" cy="355568"/>
      </dsp:txXfrm>
    </dsp:sp>
    <dsp:sp modelId="{B8084663-A96C-4C12-AFA8-5F6E57283F34}">
      <dsp:nvSpPr>
        <dsp:cNvPr id="0" name=""/>
        <dsp:cNvSpPr/>
      </dsp:nvSpPr>
      <dsp:spPr>
        <a:xfrm>
          <a:off x="6715810" y="1358988"/>
          <a:ext cx="472516" cy="47251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6822126" y="1358988"/>
        <a:ext cx="259884" cy="355568"/>
      </dsp:txXfrm>
    </dsp:sp>
    <dsp:sp modelId="{7C174698-1114-4B25-8E7B-9FA0509EC6DA}">
      <dsp:nvSpPr>
        <dsp:cNvPr id="0" name=""/>
        <dsp:cNvSpPr/>
      </dsp:nvSpPr>
      <dsp:spPr>
        <a:xfrm>
          <a:off x="7215301" y="2174786"/>
          <a:ext cx="472516" cy="47251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7321617" y="2174786"/>
        <a:ext cx="259884" cy="355568"/>
      </dsp:txXfrm>
    </dsp:sp>
    <dsp:sp modelId="{1B3FF683-9FF8-4026-A96A-56A4F19379BE}">
      <dsp:nvSpPr>
        <dsp:cNvPr id="0" name=""/>
        <dsp:cNvSpPr/>
      </dsp:nvSpPr>
      <dsp:spPr>
        <a:xfrm>
          <a:off x="7714792" y="3010776"/>
          <a:ext cx="472516" cy="47251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7821108" y="3010776"/>
        <a:ext cx="259884" cy="35556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F2E467-25E5-47B9-A8E0-FD9A311B8FEE}">
      <dsp:nvSpPr>
        <dsp:cNvPr id="0" name=""/>
        <dsp:cNvSpPr/>
      </dsp:nvSpPr>
      <dsp:spPr>
        <a:xfrm>
          <a:off x="0" y="0"/>
          <a:ext cx="6703695" cy="195810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Include a summary at the beginning of the program to explain what the program does, its key features, its supporting data structures, and any unique techniques it uses. </a:t>
          </a:r>
        </a:p>
      </dsp:txBody>
      <dsp:txXfrm>
        <a:off x="57351" y="57351"/>
        <a:ext cx="4679843" cy="1843400"/>
      </dsp:txXfrm>
    </dsp:sp>
    <dsp:sp modelId="{2A2179E2-9379-4EC1-BC95-B8F6F4E96BC2}">
      <dsp:nvSpPr>
        <dsp:cNvPr id="0" name=""/>
        <dsp:cNvSpPr/>
      </dsp:nvSpPr>
      <dsp:spPr>
        <a:xfrm>
          <a:off x="1183004" y="2393235"/>
          <a:ext cx="6703695" cy="195810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shade val="51000"/>
                <a:satMod val="130000"/>
              </a:schemeClr>
            </a:gs>
            <a:gs pos="80000">
              <a:schemeClr val="accent5">
                <a:hueOff val="-9933876"/>
                <a:satOff val="39811"/>
                <a:lumOff val="8628"/>
                <a:alphaOff val="0"/>
                <a:shade val="93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Include your </a:t>
          </a:r>
          <a:r>
            <a:rPr lang="en-US" sz="2300" b="1" kern="1200"/>
            <a:t>name, class section, instructor, date, and a brief description of program </a:t>
          </a:r>
          <a:r>
            <a:rPr lang="en-US" sz="2300" kern="1200"/>
            <a:t>at the beginning of the program. </a:t>
          </a:r>
        </a:p>
      </dsp:txBody>
      <dsp:txXfrm>
        <a:off x="1240355" y="2450586"/>
        <a:ext cx="4133221" cy="1843400"/>
      </dsp:txXfrm>
    </dsp:sp>
    <dsp:sp modelId="{1905B33D-496B-4003-807C-4FC3DFD8177F}">
      <dsp:nvSpPr>
        <dsp:cNvPr id="0" name=""/>
        <dsp:cNvSpPr/>
      </dsp:nvSpPr>
      <dsp:spPr>
        <a:xfrm>
          <a:off x="5430928" y="1539285"/>
          <a:ext cx="1272766" cy="1272766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5717300" y="1539285"/>
        <a:ext cx="700022" cy="95775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D2C000-D5FB-4E40-836F-B4BE7CEE848E}">
      <dsp:nvSpPr>
        <dsp:cNvPr id="0" name=""/>
        <dsp:cNvSpPr/>
      </dsp:nvSpPr>
      <dsp:spPr>
        <a:xfrm>
          <a:off x="0" y="557019"/>
          <a:ext cx="7886700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5B7EF2-9CA9-4EB2-8F0B-A58A13D04C5E}">
      <dsp:nvSpPr>
        <dsp:cNvPr id="0" name=""/>
        <dsp:cNvSpPr/>
      </dsp:nvSpPr>
      <dsp:spPr>
        <a:xfrm>
          <a:off x="394335" y="232299"/>
          <a:ext cx="5520690" cy="6494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Choose meaningful and descriptive names.</a:t>
          </a:r>
        </a:p>
      </dsp:txBody>
      <dsp:txXfrm>
        <a:off x="426038" y="264002"/>
        <a:ext cx="5457284" cy="586034"/>
      </dsp:txXfrm>
    </dsp:sp>
    <dsp:sp modelId="{4545A5AA-9764-41CC-ACCA-24D7E8CCEFEC}">
      <dsp:nvSpPr>
        <dsp:cNvPr id="0" name=""/>
        <dsp:cNvSpPr/>
      </dsp:nvSpPr>
      <dsp:spPr>
        <a:xfrm>
          <a:off x="0" y="1554939"/>
          <a:ext cx="7886700" cy="25640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4681520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096" tIns="458216" rIns="612096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Use lowercase</a:t>
          </a:r>
        </a:p>
        <a:p>
          <a:pPr marL="457200" lvl="2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If the name consists of several words, concatenate all in one, use lowercase for the first word, and capitalize the first letter of each subsequent word in the name</a:t>
          </a:r>
        </a:p>
        <a:p>
          <a:pPr marL="457200" lvl="2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For example, the variables radius and area, and the method computeArea. </a:t>
          </a:r>
        </a:p>
      </dsp:txBody>
      <dsp:txXfrm>
        <a:off x="0" y="1554939"/>
        <a:ext cx="7886700" cy="2564099"/>
      </dsp:txXfrm>
    </dsp:sp>
    <dsp:sp modelId="{726D66A2-83D0-4E55-BBC1-7583ABEEC210}">
      <dsp:nvSpPr>
        <dsp:cNvPr id="0" name=""/>
        <dsp:cNvSpPr/>
      </dsp:nvSpPr>
      <dsp:spPr>
        <a:xfrm>
          <a:off x="394335" y="1230219"/>
          <a:ext cx="5520690" cy="649440"/>
        </a:xfrm>
        <a:prstGeom prst="roundRect">
          <a:avLst/>
        </a:prstGeom>
        <a:gradFill rotWithShape="0">
          <a:gsLst>
            <a:gs pos="0">
              <a:schemeClr val="accent2">
                <a:hueOff val="4681520"/>
                <a:satOff val="-5839"/>
                <a:lumOff val="1373"/>
                <a:alphaOff val="0"/>
                <a:shade val="51000"/>
                <a:satMod val="130000"/>
              </a:schemeClr>
            </a:gs>
            <a:gs pos="80000">
              <a:schemeClr val="accent2">
                <a:hueOff val="4681520"/>
                <a:satOff val="-5839"/>
                <a:lumOff val="1373"/>
                <a:alphaOff val="0"/>
                <a:shade val="93000"/>
                <a:satMod val="130000"/>
              </a:schemeClr>
            </a:gs>
            <a:gs pos="100000">
              <a:schemeClr val="accent2">
                <a:hueOff val="4681520"/>
                <a:satOff val="-5839"/>
                <a:lumOff val="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Variables and method names:  </a:t>
          </a:r>
        </a:p>
      </dsp:txBody>
      <dsp:txXfrm>
        <a:off x="426038" y="1261922"/>
        <a:ext cx="5457284" cy="58603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09454E-F903-4916-81C1-52657550977C}">
      <dsp:nvSpPr>
        <dsp:cNvPr id="0" name=""/>
        <dsp:cNvSpPr/>
      </dsp:nvSpPr>
      <dsp:spPr>
        <a:xfrm>
          <a:off x="0" y="3784"/>
          <a:ext cx="5000124" cy="839474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Class names: </a:t>
          </a:r>
        </a:p>
      </dsp:txBody>
      <dsp:txXfrm>
        <a:off x="40980" y="44764"/>
        <a:ext cx="4918164" cy="757514"/>
      </dsp:txXfrm>
    </dsp:sp>
    <dsp:sp modelId="{5AFA7FDA-836C-4497-84A3-E7DCAEA7CB1A}">
      <dsp:nvSpPr>
        <dsp:cNvPr id="0" name=""/>
        <dsp:cNvSpPr/>
      </dsp:nvSpPr>
      <dsp:spPr>
        <a:xfrm>
          <a:off x="0" y="843259"/>
          <a:ext cx="5000124" cy="1702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754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Capitalize the first letter of each word in the name. 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For example, the class name ComputeArea.</a:t>
          </a:r>
        </a:p>
      </dsp:txBody>
      <dsp:txXfrm>
        <a:off x="0" y="843259"/>
        <a:ext cx="5000124" cy="1702575"/>
      </dsp:txXfrm>
    </dsp:sp>
    <dsp:sp modelId="{3E3C8B31-5EE8-4D31-ACE2-1B03CE60AB22}">
      <dsp:nvSpPr>
        <dsp:cNvPr id="0" name=""/>
        <dsp:cNvSpPr/>
      </dsp:nvSpPr>
      <dsp:spPr>
        <a:xfrm>
          <a:off x="0" y="2545835"/>
          <a:ext cx="5000124" cy="839474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shade val="51000"/>
                <a:satMod val="130000"/>
              </a:schemeClr>
            </a:gs>
            <a:gs pos="80000">
              <a:schemeClr val="accent5">
                <a:hueOff val="-9933876"/>
                <a:satOff val="39811"/>
                <a:lumOff val="8628"/>
                <a:alphaOff val="0"/>
                <a:shade val="93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Constants: </a:t>
          </a:r>
        </a:p>
      </dsp:txBody>
      <dsp:txXfrm>
        <a:off x="40980" y="2586815"/>
        <a:ext cx="4918164" cy="757514"/>
      </dsp:txXfrm>
    </dsp:sp>
    <dsp:sp modelId="{02A83C8C-BBF5-4FB1-A84B-F425EA0FCA4C}">
      <dsp:nvSpPr>
        <dsp:cNvPr id="0" name=""/>
        <dsp:cNvSpPr/>
      </dsp:nvSpPr>
      <dsp:spPr>
        <a:xfrm>
          <a:off x="0" y="3385310"/>
          <a:ext cx="5000124" cy="20648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754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Capitalize all letters in constants and use underscores to connect words.  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For example, the constant PI and MAX_VALUE</a:t>
          </a:r>
        </a:p>
      </dsp:txBody>
      <dsp:txXfrm>
        <a:off x="0" y="3385310"/>
        <a:ext cx="5000124" cy="206482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B7C3B5-5A8D-4888-9C8A-AB12C608656F}">
      <dsp:nvSpPr>
        <dsp:cNvPr id="0" name=""/>
        <dsp:cNvSpPr/>
      </dsp:nvSpPr>
      <dsp:spPr>
        <a:xfrm>
          <a:off x="0" y="447012"/>
          <a:ext cx="5000124" cy="1148175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8065" tIns="562356" rIns="388065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Detected by the compiler</a:t>
          </a:r>
        </a:p>
      </dsp:txBody>
      <dsp:txXfrm>
        <a:off x="0" y="447012"/>
        <a:ext cx="5000124" cy="1148175"/>
      </dsp:txXfrm>
    </dsp:sp>
    <dsp:sp modelId="{7908EA35-8987-4E76-A526-406CC61340C5}">
      <dsp:nvSpPr>
        <dsp:cNvPr id="0" name=""/>
        <dsp:cNvSpPr/>
      </dsp:nvSpPr>
      <dsp:spPr>
        <a:xfrm>
          <a:off x="250006" y="48492"/>
          <a:ext cx="3500086" cy="79704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Syntax Errors</a:t>
          </a:r>
        </a:p>
      </dsp:txBody>
      <dsp:txXfrm>
        <a:off x="288914" y="87400"/>
        <a:ext cx="3422270" cy="719224"/>
      </dsp:txXfrm>
    </dsp:sp>
    <dsp:sp modelId="{31539B64-96D3-4E90-B227-A8EB51C8B4AB}">
      <dsp:nvSpPr>
        <dsp:cNvPr id="0" name=""/>
        <dsp:cNvSpPr/>
      </dsp:nvSpPr>
      <dsp:spPr>
        <a:xfrm>
          <a:off x="0" y="2139507"/>
          <a:ext cx="5000124" cy="1573424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8065" tIns="562356" rIns="388065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Causes the program to abort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System.out.println(1 / 0);</a:t>
          </a:r>
        </a:p>
      </dsp:txBody>
      <dsp:txXfrm>
        <a:off x="0" y="2139507"/>
        <a:ext cx="5000124" cy="1573424"/>
      </dsp:txXfrm>
    </dsp:sp>
    <dsp:sp modelId="{316BDA1B-1B0B-4F7D-91AF-45C161469F85}">
      <dsp:nvSpPr>
        <dsp:cNvPr id="0" name=""/>
        <dsp:cNvSpPr/>
      </dsp:nvSpPr>
      <dsp:spPr>
        <a:xfrm>
          <a:off x="250006" y="1740987"/>
          <a:ext cx="3500086" cy="79704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Runtime Errors</a:t>
          </a:r>
        </a:p>
      </dsp:txBody>
      <dsp:txXfrm>
        <a:off x="288914" y="1779895"/>
        <a:ext cx="3422270" cy="719224"/>
      </dsp:txXfrm>
    </dsp:sp>
    <dsp:sp modelId="{BAE2424A-FEBE-4B45-A688-B94797EB464F}">
      <dsp:nvSpPr>
        <dsp:cNvPr id="0" name=""/>
        <dsp:cNvSpPr/>
      </dsp:nvSpPr>
      <dsp:spPr>
        <a:xfrm>
          <a:off x="0" y="4257252"/>
          <a:ext cx="5000124" cy="1148175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8065" tIns="562356" rIns="388065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Produces incorrect result</a:t>
          </a:r>
        </a:p>
      </dsp:txBody>
      <dsp:txXfrm>
        <a:off x="0" y="4257252"/>
        <a:ext cx="5000124" cy="1148175"/>
      </dsp:txXfrm>
    </dsp:sp>
    <dsp:sp modelId="{D425DDDF-7393-4152-A9F3-A1EF52F13774}">
      <dsp:nvSpPr>
        <dsp:cNvPr id="0" name=""/>
        <dsp:cNvSpPr/>
      </dsp:nvSpPr>
      <dsp:spPr>
        <a:xfrm>
          <a:off x="250006" y="3858732"/>
          <a:ext cx="3500086" cy="79704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Logic Errors</a:t>
          </a:r>
        </a:p>
      </dsp:txBody>
      <dsp:txXfrm>
        <a:off x="288914" y="3897640"/>
        <a:ext cx="3422270" cy="71922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3C65FE-4E8A-4636-B2E1-5250527F84C0}">
      <dsp:nvSpPr>
        <dsp:cNvPr id="0" name=""/>
        <dsp:cNvSpPr/>
      </dsp:nvSpPr>
      <dsp:spPr>
        <a:xfrm>
          <a:off x="0" y="0"/>
          <a:ext cx="6556696" cy="92241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Common Error 1: Missing Braces</a:t>
          </a:r>
        </a:p>
      </dsp:txBody>
      <dsp:txXfrm>
        <a:off x="27017" y="27017"/>
        <a:ext cx="5483391" cy="868383"/>
      </dsp:txXfrm>
    </dsp:sp>
    <dsp:sp modelId="{ACE4A5E6-3923-43FC-945F-DAAD4ADDA965}">
      <dsp:nvSpPr>
        <dsp:cNvPr id="0" name=""/>
        <dsp:cNvSpPr/>
      </dsp:nvSpPr>
      <dsp:spPr>
        <a:xfrm>
          <a:off x="549123" y="1090129"/>
          <a:ext cx="6556696" cy="922417"/>
        </a:xfrm>
        <a:prstGeom prst="roundRect">
          <a:avLst>
            <a:gd name="adj" fmla="val 10000"/>
          </a:avLst>
        </a:prstGeom>
        <a:solidFill>
          <a:schemeClr val="accent2">
            <a:hueOff val="1560507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Common Error 2: Missing Semicolons</a:t>
          </a:r>
        </a:p>
      </dsp:txBody>
      <dsp:txXfrm>
        <a:off x="576140" y="1117146"/>
        <a:ext cx="5353968" cy="868383"/>
      </dsp:txXfrm>
    </dsp:sp>
    <dsp:sp modelId="{5FE85828-C439-4835-83E6-A65167C2CCD0}">
      <dsp:nvSpPr>
        <dsp:cNvPr id="0" name=""/>
        <dsp:cNvSpPr/>
      </dsp:nvSpPr>
      <dsp:spPr>
        <a:xfrm>
          <a:off x="1090050" y="2180258"/>
          <a:ext cx="6556696" cy="922417"/>
        </a:xfrm>
        <a:prstGeom prst="roundRect">
          <a:avLst>
            <a:gd name="adj" fmla="val 10000"/>
          </a:avLst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Common Error 3: Missing Quotation Marks</a:t>
          </a:r>
        </a:p>
      </dsp:txBody>
      <dsp:txXfrm>
        <a:off x="1117067" y="2207275"/>
        <a:ext cx="5362164" cy="868383"/>
      </dsp:txXfrm>
    </dsp:sp>
    <dsp:sp modelId="{601BC586-FBB6-4F3F-B821-AC29A5CB0BEC}">
      <dsp:nvSpPr>
        <dsp:cNvPr id="0" name=""/>
        <dsp:cNvSpPr/>
      </dsp:nvSpPr>
      <dsp:spPr>
        <a:xfrm>
          <a:off x="1639174" y="3270387"/>
          <a:ext cx="6556696" cy="922417"/>
        </a:xfrm>
        <a:prstGeom prst="roundRect">
          <a:avLst>
            <a:gd name="adj" fmla="val 10000"/>
          </a:avLst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Common Error 4: Misspelling Names(e.g. Main)</a:t>
          </a:r>
        </a:p>
      </dsp:txBody>
      <dsp:txXfrm>
        <a:off x="1666191" y="3297404"/>
        <a:ext cx="5353968" cy="868383"/>
      </dsp:txXfrm>
    </dsp:sp>
    <dsp:sp modelId="{CC8869A4-6E6C-433A-9ACD-13645EE65DD3}">
      <dsp:nvSpPr>
        <dsp:cNvPr id="0" name=""/>
        <dsp:cNvSpPr/>
      </dsp:nvSpPr>
      <dsp:spPr>
        <a:xfrm>
          <a:off x="5957125" y="706487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6092028" y="706487"/>
        <a:ext cx="329765" cy="451177"/>
      </dsp:txXfrm>
    </dsp:sp>
    <dsp:sp modelId="{0ACBADD9-706F-4458-A741-13ED802D4169}">
      <dsp:nvSpPr>
        <dsp:cNvPr id="0" name=""/>
        <dsp:cNvSpPr/>
      </dsp:nvSpPr>
      <dsp:spPr>
        <a:xfrm>
          <a:off x="6506249" y="179661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6641152" y="1796616"/>
        <a:ext cx="329765" cy="451177"/>
      </dsp:txXfrm>
    </dsp:sp>
    <dsp:sp modelId="{020281C8-9312-4975-B703-A387E22F1DD2}">
      <dsp:nvSpPr>
        <dsp:cNvPr id="0" name=""/>
        <dsp:cNvSpPr/>
      </dsp:nvSpPr>
      <dsp:spPr>
        <a:xfrm>
          <a:off x="7047176" y="288674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7182079" y="2886746"/>
        <a:ext cx="329765" cy="45117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384E2F-E016-4BB6-A31E-4564DB763D70}">
      <dsp:nvSpPr>
        <dsp:cNvPr id="0" name=""/>
        <dsp:cNvSpPr/>
      </dsp:nvSpPr>
      <dsp:spPr>
        <a:xfrm>
          <a:off x="0" y="665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C8A07FD-4846-48CC-BCD4-79F8C0A6DEC1}">
      <dsp:nvSpPr>
        <dsp:cNvPr id="0" name=""/>
        <dsp:cNvSpPr/>
      </dsp:nvSpPr>
      <dsp:spPr>
        <a:xfrm>
          <a:off x="0" y="665"/>
          <a:ext cx="5000124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Features of Java</a:t>
          </a:r>
        </a:p>
      </dsp:txBody>
      <dsp:txXfrm>
        <a:off x="0" y="665"/>
        <a:ext cx="5000124" cy="1090517"/>
      </dsp:txXfrm>
    </dsp:sp>
    <dsp:sp modelId="{265FC9F6-FF40-4818-AFA2-8742EA84B164}">
      <dsp:nvSpPr>
        <dsp:cNvPr id="0" name=""/>
        <dsp:cNvSpPr/>
      </dsp:nvSpPr>
      <dsp:spPr>
        <a:xfrm>
          <a:off x="0" y="1091183"/>
          <a:ext cx="5000124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106015A-FA43-43B9-BFBE-29213F374D1B}">
      <dsp:nvSpPr>
        <dsp:cNvPr id="0" name=""/>
        <dsp:cNvSpPr/>
      </dsp:nvSpPr>
      <dsp:spPr>
        <a:xfrm>
          <a:off x="0" y="1091183"/>
          <a:ext cx="5000124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Parts of a simple Java Program</a:t>
          </a:r>
        </a:p>
      </dsp:txBody>
      <dsp:txXfrm>
        <a:off x="0" y="1091183"/>
        <a:ext cx="5000124" cy="1090517"/>
      </dsp:txXfrm>
    </dsp:sp>
    <dsp:sp modelId="{E0001475-C088-42E6-A11A-B7BE1F66C921}">
      <dsp:nvSpPr>
        <dsp:cNvPr id="0" name=""/>
        <dsp:cNvSpPr/>
      </dsp:nvSpPr>
      <dsp:spPr>
        <a:xfrm>
          <a:off x="0" y="2181701"/>
          <a:ext cx="5000124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033A413-AACB-452F-98C8-F00E5FD80915}">
      <dsp:nvSpPr>
        <dsp:cNvPr id="0" name=""/>
        <dsp:cNvSpPr/>
      </dsp:nvSpPr>
      <dsp:spPr>
        <a:xfrm>
          <a:off x="0" y="2181701"/>
          <a:ext cx="5000124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How to write, compile and run a Java Program</a:t>
          </a:r>
        </a:p>
      </dsp:txBody>
      <dsp:txXfrm>
        <a:off x="0" y="2181701"/>
        <a:ext cx="5000124" cy="1090517"/>
      </dsp:txXfrm>
    </dsp:sp>
    <dsp:sp modelId="{41796A8A-6DAC-4B42-957C-AC94CB86DF5F}">
      <dsp:nvSpPr>
        <dsp:cNvPr id="0" name=""/>
        <dsp:cNvSpPr/>
      </dsp:nvSpPr>
      <dsp:spPr>
        <a:xfrm>
          <a:off x="0" y="3272218"/>
          <a:ext cx="5000124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9A6F957-C6DB-4F2F-A5CE-8D35CC4A0062}">
      <dsp:nvSpPr>
        <dsp:cNvPr id="0" name=""/>
        <dsp:cNvSpPr/>
      </dsp:nvSpPr>
      <dsp:spPr>
        <a:xfrm>
          <a:off x="0" y="3272218"/>
          <a:ext cx="5000124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Program Documentation</a:t>
          </a:r>
        </a:p>
      </dsp:txBody>
      <dsp:txXfrm>
        <a:off x="0" y="3272218"/>
        <a:ext cx="5000124" cy="1090517"/>
      </dsp:txXfrm>
    </dsp:sp>
    <dsp:sp modelId="{00C0C5DD-1BE0-487E-96F9-A7B7CF470B56}">
      <dsp:nvSpPr>
        <dsp:cNvPr id="0" name=""/>
        <dsp:cNvSpPr/>
      </dsp:nvSpPr>
      <dsp:spPr>
        <a:xfrm>
          <a:off x="0" y="4362736"/>
          <a:ext cx="5000124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E3FBFB8-4FB4-488C-84A5-4CC643491319}">
      <dsp:nvSpPr>
        <dsp:cNvPr id="0" name=""/>
        <dsp:cNvSpPr/>
      </dsp:nvSpPr>
      <dsp:spPr>
        <a:xfrm>
          <a:off x="0" y="4362736"/>
          <a:ext cx="5000124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Program Errors</a:t>
          </a:r>
        </a:p>
      </dsp:txBody>
      <dsp:txXfrm>
        <a:off x="0" y="4362736"/>
        <a:ext cx="5000124" cy="10905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70C2BB-0A71-43EC-8B6B-1FC2E576D30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B406AD-5AEF-4217-BA9D-D06D426BC3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166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6499" name="Text Box 2"/>
          <p:cNvSpPr txBox="1">
            <a:spLocks noChangeArrowheads="1"/>
          </p:cNvSpPr>
          <p:nvPr/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8547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6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0595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6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2643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>
              <a:latin typeface="Times New Roman" pitchFamily="16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4691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6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8787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6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20835" name="Text Box 2"/>
          <p:cNvSpPr txBox="1">
            <a:spLocks noChangeArrowheads="1"/>
          </p:cNvSpPr>
          <p:nvPr/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6739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6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33123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6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35171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6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39267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6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41315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6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43363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6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 /><Relationship Id="rId7" Type="http://schemas.microsoft.com/office/2007/relationships/diagramDrawing" Target="../diagrams/drawing1.xml" /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Relationship Id="rId6" Type="http://schemas.openxmlformats.org/officeDocument/2006/relationships/diagramColors" Target="../diagrams/colors1.xml" /><Relationship Id="rId5" Type="http://schemas.openxmlformats.org/officeDocument/2006/relationships/diagramQuickStyle" Target="../diagrams/quickStyle1.xml" /><Relationship Id="rId4" Type="http://schemas.openxmlformats.org/officeDocument/2006/relationships/diagramLayout" Target="../diagrams/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 /><Relationship Id="rId7" Type="http://schemas.microsoft.com/office/2007/relationships/diagramDrawing" Target="../diagrams/drawing2.xml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7.xml" /><Relationship Id="rId6" Type="http://schemas.openxmlformats.org/officeDocument/2006/relationships/diagramColors" Target="../diagrams/colors2.xml" /><Relationship Id="rId5" Type="http://schemas.openxmlformats.org/officeDocument/2006/relationships/diagramQuickStyle" Target="../diagrams/quickStyle2.xml" /><Relationship Id="rId4" Type="http://schemas.openxmlformats.org/officeDocument/2006/relationships/diagramLayout" Target="../diagrams/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 /><Relationship Id="rId7" Type="http://schemas.microsoft.com/office/2007/relationships/diagramDrawing" Target="../diagrams/drawing3.xml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7.xml" /><Relationship Id="rId6" Type="http://schemas.openxmlformats.org/officeDocument/2006/relationships/diagramColors" Target="../diagrams/colors3.xml" /><Relationship Id="rId5" Type="http://schemas.openxmlformats.org/officeDocument/2006/relationships/diagramQuickStyle" Target="../diagrams/quickStyle3.xml" /><Relationship Id="rId4" Type="http://schemas.openxmlformats.org/officeDocument/2006/relationships/diagramLayout" Target="../diagrams/layout3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 /><Relationship Id="rId2" Type="http://schemas.openxmlformats.org/officeDocument/2006/relationships/diagramData" Target="../diagrams/data4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4.xml" /><Relationship Id="rId5" Type="http://schemas.openxmlformats.org/officeDocument/2006/relationships/diagramColors" Target="../diagrams/colors4.xml" /><Relationship Id="rId4" Type="http://schemas.openxmlformats.org/officeDocument/2006/relationships/diagramQuickStyle" Target="../diagrams/quickStyle4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1.emf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 /><Relationship Id="rId2" Type="http://schemas.openxmlformats.org/officeDocument/2006/relationships/diagramData" Target="../diagrams/data5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5.xml" /><Relationship Id="rId5" Type="http://schemas.openxmlformats.org/officeDocument/2006/relationships/diagramColors" Target="../diagrams/colors5.xml" /><Relationship Id="rId4" Type="http://schemas.openxmlformats.org/officeDocument/2006/relationships/diagramQuickStyle" Target="../diagrams/quickStyle5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7.xml" 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 /><Relationship Id="rId3" Type="http://schemas.openxmlformats.org/officeDocument/2006/relationships/image" Target="../media/image33.jpeg" /><Relationship Id="rId7" Type="http://schemas.openxmlformats.org/officeDocument/2006/relationships/diagramColors" Target="../diagrams/colors6.xml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7.xml" /><Relationship Id="rId6" Type="http://schemas.openxmlformats.org/officeDocument/2006/relationships/diagramQuickStyle" Target="../diagrams/quickStyle6.xml" /><Relationship Id="rId5" Type="http://schemas.openxmlformats.org/officeDocument/2006/relationships/diagramLayout" Target="../diagrams/layout6.xml" /><Relationship Id="rId4" Type="http://schemas.openxmlformats.org/officeDocument/2006/relationships/diagramData" Target="../diagrams/data6.xml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 /><Relationship Id="rId7" Type="http://schemas.microsoft.com/office/2007/relationships/diagramDrawing" Target="../diagrams/drawing7.xml" /><Relationship Id="rId2" Type="http://schemas.openxmlformats.org/officeDocument/2006/relationships/image" Target="../media/image34.jpeg" /><Relationship Id="rId1" Type="http://schemas.openxmlformats.org/officeDocument/2006/relationships/slideLayout" Target="../slideLayouts/slideLayout2.xml" /><Relationship Id="rId6" Type="http://schemas.openxmlformats.org/officeDocument/2006/relationships/diagramColors" Target="../diagrams/colors7.xml" /><Relationship Id="rId5" Type="http://schemas.openxmlformats.org/officeDocument/2006/relationships/diagramQuickStyle" Target="../diagrams/quickStyle7.xml" /><Relationship Id="rId4" Type="http://schemas.openxmlformats.org/officeDocument/2006/relationships/diagramLayout" Target="../diagrams/layout7.xml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 /><Relationship Id="rId2" Type="http://schemas.openxmlformats.org/officeDocument/2006/relationships/diagramData" Target="../diagrams/data8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8.xml" /><Relationship Id="rId5" Type="http://schemas.openxmlformats.org/officeDocument/2006/relationships/diagramColors" Target="../diagrams/colors8.xml" /><Relationship Id="rId4" Type="http://schemas.openxmlformats.org/officeDocument/2006/relationships/diagramQuickStyle" Target="../diagrams/quickStyle8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7.xml" 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5.wmf" 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 /><Relationship Id="rId7" Type="http://schemas.microsoft.com/office/2007/relationships/diagramDrawing" Target="../diagrams/drawing9.xml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7.xml" /><Relationship Id="rId6" Type="http://schemas.openxmlformats.org/officeDocument/2006/relationships/diagramColors" Target="../diagrams/colors9.xml" /><Relationship Id="rId5" Type="http://schemas.openxmlformats.org/officeDocument/2006/relationships/diagramQuickStyle" Target="../diagrams/quickStyle9.xml" /><Relationship Id="rId4" Type="http://schemas.openxmlformats.org/officeDocument/2006/relationships/diagramLayout" Target="../diagrams/layout9.xml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 /><Relationship Id="rId2" Type="http://schemas.openxmlformats.org/officeDocument/2006/relationships/diagramData" Target="../diagrams/data10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10.xml" /><Relationship Id="rId5" Type="http://schemas.openxmlformats.org/officeDocument/2006/relationships/diagramColors" Target="../diagrams/colors10.xml" /><Relationship Id="rId4" Type="http://schemas.openxmlformats.org/officeDocument/2006/relationships/diagramQuickStyle" Target="../diagrams/quickStyle10.xml" 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 /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 /><Relationship Id="rId1" Type="http://schemas.openxmlformats.org/officeDocument/2006/relationships/slideLayout" Target="../slideLayouts/slideLayout2.xml" 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 /><Relationship Id="rId2" Type="http://schemas.openxmlformats.org/officeDocument/2006/relationships/diagramData" Target="../diagrams/data11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11.xml" /><Relationship Id="rId5" Type="http://schemas.openxmlformats.org/officeDocument/2006/relationships/diagramColors" Target="../diagrams/colors11.xml" /><Relationship Id="rId4" Type="http://schemas.openxmlformats.org/officeDocument/2006/relationships/diagramQuickStyle" Target="../diagrams/quickStyle1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7C4F55-6C10-566B-C8DE-39CE82462F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/>
        </p:blipFill>
        <p:spPr>
          <a:xfrm>
            <a:off x="20" y="1282"/>
            <a:ext cx="9143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856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1417" y="1138036"/>
            <a:ext cx="4083287" cy="1402470"/>
          </a:xfrm>
        </p:spPr>
        <p:txBody>
          <a:bodyPr anchor="t">
            <a:normAutofit/>
          </a:bodyPr>
          <a:lstStyle/>
          <a:p>
            <a:r>
              <a:rPr lang="en-US" sz="2800"/>
              <a:t>Lecture Outline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2EB6EC2F-377E-923D-1E41-F482A8F584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12" r="51085" b="-1"/>
          <a:stretch/>
        </p:blipFill>
        <p:spPr>
          <a:xfrm>
            <a:off x="20" y="10"/>
            <a:ext cx="3863363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78772" y="871146"/>
            <a:ext cx="55270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1417" y="2551176"/>
            <a:ext cx="4083287" cy="3591207"/>
          </a:xfrm>
        </p:spPr>
        <p:txBody>
          <a:bodyPr>
            <a:normAutofit/>
          </a:bodyPr>
          <a:lstStyle/>
          <a:p>
            <a:r>
              <a:rPr lang="en-US" sz="2000" dirty="0"/>
              <a:t>Programming Language</a:t>
            </a:r>
            <a:endParaRPr lang="en-US" altLang="en-US" sz="2000" dirty="0"/>
          </a:p>
          <a:p>
            <a:r>
              <a:rPr lang="en-US" altLang="en-US" sz="2000" dirty="0"/>
              <a:t>A Simple Java Program</a:t>
            </a:r>
          </a:p>
          <a:p>
            <a:r>
              <a:rPr lang="en-US" altLang="en-US" sz="2000" dirty="0"/>
              <a:t>Creating, Compiling, and Running Programs</a:t>
            </a:r>
          </a:p>
          <a:p>
            <a:r>
              <a:rPr lang="en-US" altLang="en-US" sz="2000" dirty="0"/>
              <a:t>Anatomy of a Java Program</a:t>
            </a:r>
          </a:p>
          <a:p>
            <a:r>
              <a:rPr lang="en-US" altLang="en-US" sz="2000" dirty="0"/>
              <a:t>Programming Style and Documentation</a:t>
            </a:r>
          </a:p>
          <a:p>
            <a:r>
              <a:rPr lang="en-US" altLang="en-US" sz="2000" dirty="0"/>
              <a:t>Programming Errors</a:t>
            </a:r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57972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AD3C8A1-E652-8AB2-5C89-63D541C3D22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0999" b="-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Programming Language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A86E6E5-7D3A-87CC-01CA-F8D3D6CF5E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1072930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3349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solidFill>
                  <a:srgbClr val="000000"/>
                </a:solidFill>
              </a:rPr>
              <a:t>A Simple Java Program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481438"/>
              </p:ext>
            </p:extLst>
          </p:nvPr>
        </p:nvGraphicFramePr>
        <p:xfrm>
          <a:off x="457200" y="5029200"/>
          <a:ext cx="8229600" cy="1034852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2820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To compile:</a:t>
                      </a:r>
                      <a:endParaRPr lang="en-US" sz="2800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0705" marR="90705" marT="45353" marB="45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javac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 Welcome.java</a:t>
                      </a:r>
                    </a:p>
                  </a:txBody>
                  <a:tcPr marL="90705" marR="90705" marT="45353" marB="45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820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To execute:</a:t>
                      </a:r>
                      <a:endParaRPr lang="en-US" sz="2800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0705" marR="90705" marT="45353" marB="45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java Welcome</a:t>
                      </a:r>
                    </a:p>
                  </a:txBody>
                  <a:tcPr marL="90705" marR="90705" marT="45353" marB="45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457200" y="4219547"/>
            <a:ext cx="81534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S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cs typeface="Arial" pitchFamily="34" charset="0"/>
              </a:rPr>
              <a:t>ave this file as Welcome.java</a:t>
            </a:r>
            <a:endParaRPr kumimoji="0" 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824" y="1676400"/>
            <a:ext cx="7585482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13" y="3671888"/>
            <a:ext cx="7800975" cy="485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68816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488" name="Rectangle 105487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475" name="Text Box 2"/>
          <p:cNvSpPr txBox="1">
            <a:spLocks noChangeArrowheads="1"/>
          </p:cNvSpPr>
          <p:nvPr/>
        </p:nvSpPr>
        <p:spPr bwMode="auto">
          <a:xfrm>
            <a:off x="628650" y="557188"/>
            <a:ext cx="7886700" cy="113349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lang="en-US" altLang="en-US" sz="45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Components </a:t>
            </a:r>
            <a:r>
              <a:rPr lang="en-US" altLang="en-US" sz="4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of </a:t>
            </a:r>
            <a:r>
              <a:rPr lang="en-US" altLang="en-US" sz="4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 Java Program</a:t>
            </a:r>
          </a:p>
        </p:txBody>
      </p:sp>
      <p:graphicFrame>
        <p:nvGraphicFramePr>
          <p:cNvPr id="105483" name="Text Box 3">
            <a:extLst>
              <a:ext uri="{FF2B5EF4-FFF2-40B4-BE49-F238E27FC236}">
                <a16:creationId xmlns:a16="http://schemas.microsoft.com/office/drawing/2014/main" id="{FCDAE3FF-AC71-A508-1FFE-8D26D46B8A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1793784"/>
              </p:ext>
            </p:extLst>
          </p:nvPr>
        </p:nvGraphicFramePr>
        <p:xfrm>
          <a:off x="628650" y="1828800"/>
          <a:ext cx="78867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907916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Rectangle 2"/>
          <p:cNvSpPr>
            <a:spLocks noChangeArrowheads="1"/>
          </p:cNvSpPr>
          <p:nvPr/>
        </p:nvSpPr>
        <p:spPr bwMode="auto">
          <a:xfrm>
            <a:off x="381000" y="4648200"/>
            <a:ext cx="8305800" cy="1676400"/>
          </a:xfrm>
          <a:prstGeom prst="rect">
            <a:avLst/>
          </a:prstGeom>
          <a:noFill/>
          <a:ln w="9360" cap="sq">
            <a:solidFill>
              <a:srgbClr val="5F5F5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/>
          <a:lstStyle/>
          <a:p>
            <a:pPr marL="342900" indent="-341313">
              <a:spcBef>
                <a:spcPts val="600"/>
              </a:spcBef>
              <a:buSzPct val="7500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r>
              <a:rPr lang="en-US" altLang="en-US" dirty="0">
                <a:solidFill>
                  <a:srgbClr val="000000"/>
                </a:solidFill>
                <a:latin typeface="Courier New" pitchFamily="49" charset="0"/>
              </a:rPr>
              <a:t>// This program prints Welcome to Java! </a:t>
            </a:r>
          </a:p>
          <a:p>
            <a:pPr marL="342900" indent="-341313">
              <a:buSzPct val="7500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r>
              <a:rPr lang="en-US" altLang="en-US" dirty="0">
                <a:solidFill>
                  <a:srgbClr val="000000"/>
                </a:solidFill>
                <a:latin typeface="Courier New" pitchFamily="49" charset="0"/>
              </a:rPr>
              <a:t>public class Welcome {	</a:t>
            </a:r>
          </a:p>
          <a:p>
            <a:pPr marL="342900" indent="-341313">
              <a:buSzPct val="7500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r>
              <a:rPr lang="en-US" altLang="en-US" dirty="0">
                <a:solidFill>
                  <a:srgbClr val="000000"/>
                </a:solidFill>
                <a:latin typeface="Courier New" pitchFamily="49" charset="0"/>
              </a:rPr>
              <a:t>  public static void main(String[] </a:t>
            </a:r>
            <a:r>
              <a:rPr lang="en-US" altLang="en-US" dirty="0" err="1">
                <a:solidFill>
                  <a:srgbClr val="000000"/>
                </a:solidFill>
                <a:latin typeface="Courier New" pitchFamily="49" charset="0"/>
              </a:rPr>
              <a:t>args</a:t>
            </a:r>
            <a:r>
              <a:rPr lang="en-US" altLang="en-US" dirty="0">
                <a:solidFill>
                  <a:srgbClr val="000000"/>
                </a:solidFill>
                <a:latin typeface="Courier New" pitchFamily="49" charset="0"/>
              </a:rPr>
              <a:t>) { </a:t>
            </a:r>
          </a:p>
          <a:p>
            <a:pPr marL="342900" indent="-341313">
              <a:buSzPct val="7500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r>
              <a:rPr lang="en-US" altLang="en-US" dirty="0">
                <a:solidFill>
                  <a:srgbClr val="000000"/>
                </a:solidFill>
                <a:latin typeface="Courier New" pitchFamily="49" charset="0"/>
              </a:rPr>
              <a:t>    </a:t>
            </a:r>
            <a:r>
              <a:rPr lang="en-US" altLang="en-US" dirty="0" err="1">
                <a:solidFill>
                  <a:srgbClr val="000000"/>
                </a:solidFill>
                <a:latin typeface="Courier New" pitchFamily="49" charset="0"/>
              </a:rPr>
              <a:t>System.out.println</a:t>
            </a:r>
            <a:r>
              <a:rPr lang="en-US" altLang="en-US" dirty="0">
                <a:solidFill>
                  <a:srgbClr val="000000"/>
                </a:solidFill>
                <a:latin typeface="Courier New" pitchFamily="49" charset="0"/>
              </a:rPr>
              <a:t>("Welcome to Java!");</a:t>
            </a:r>
          </a:p>
          <a:p>
            <a:pPr marL="342900" indent="-341313">
              <a:buSzPct val="7500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r>
              <a:rPr lang="en-US" altLang="en-US" dirty="0">
                <a:solidFill>
                  <a:srgbClr val="000000"/>
                </a:solidFill>
                <a:latin typeface="Courier New" pitchFamily="49" charset="0"/>
              </a:rPr>
              <a:t>  }</a:t>
            </a:r>
          </a:p>
          <a:p>
            <a:pPr marL="342900" indent="-341313">
              <a:buSzPct val="7500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r>
              <a:rPr lang="en-US" altLang="en-US" dirty="0">
                <a:solidFill>
                  <a:srgbClr val="000000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107524" name="Text Box 3"/>
          <p:cNvSpPr txBox="1">
            <a:spLocks noChangeArrowheads="1"/>
          </p:cNvSpPr>
          <p:nvPr/>
        </p:nvSpPr>
        <p:spPr bwMode="auto">
          <a:xfrm>
            <a:off x="685800" y="381000"/>
            <a:ext cx="7772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4400" dirty="0">
                <a:solidFill>
                  <a:srgbClr val="000000"/>
                </a:solidFill>
                <a:latin typeface="+mj-lt"/>
              </a:rPr>
              <a:t>Class Name</a:t>
            </a:r>
          </a:p>
        </p:txBody>
      </p:sp>
      <p:sp>
        <p:nvSpPr>
          <p:cNvPr id="107525" name="Rectangle 4"/>
          <p:cNvSpPr>
            <a:spLocks noChangeArrowheads="1"/>
          </p:cNvSpPr>
          <p:nvPr/>
        </p:nvSpPr>
        <p:spPr bwMode="auto">
          <a:xfrm>
            <a:off x="2205042" y="4876800"/>
            <a:ext cx="1143000" cy="371475"/>
          </a:xfrm>
          <a:prstGeom prst="rect">
            <a:avLst/>
          </a:prstGeom>
          <a:solidFill>
            <a:srgbClr val="CBCBCB">
              <a:alpha val="45097"/>
            </a:srgbClr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/>
          </a:p>
        </p:txBody>
      </p:sp>
      <p:graphicFrame>
        <p:nvGraphicFramePr>
          <p:cNvPr id="107528" name="Text Box 5">
            <a:extLst>
              <a:ext uri="{FF2B5EF4-FFF2-40B4-BE49-F238E27FC236}">
                <a16:creationId xmlns:a16="http://schemas.microsoft.com/office/drawing/2014/main" id="{50465D40-1823-7761-6242-332F1BEBA7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9592383"/>
              </p:ext>
            </p:extLst>
          </p:nvPr>
        </p:nvGraphicFramePr>
        <p:xfrm>
          <a:off x="228600" y="1219200"/>
          <a:ext cx="8763000" cy="2133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332463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1" name="Rectangle 2"/>
          <p:cNvSpPr>
            <a:spLocks noChangeArrowheads="1"/>
          </p:cNvSpPr>
          <p:nvPr/>
        </p:nvSpPr>
        <p:spPr bwMode="auto">
          <a:xfrm>
            <a:off x="358706" y="4648200"/>
            <a:ext cx="8305800" cy="1670359"/>
          </a:xfrm>
          <a:prstGeom prst="rect">
            <a:avLst/>
          </a:prstGeom>
          <a:noFill/>
          <a:ln w="9360" cap="sq">
            <a:solidFill>
              <a:srgbClr val="5F5F5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/>
          <a:lstStyle/>
          <a:p>
            <a:pPr marL="342900" indent="-341313">
              <a:spcBef>
                <a:spcPts val="600"/>
              </a:spcBef>
              <a:buSzPct val="7500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// This program prints Welcome to Java! </a:t>
            </a:r>
          </a:p>
          <a:p>
            <a:pPr marL="342900" indent="-341313">
              <a:buSzPct val="7500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public class Welcome {	</a:t>
            </a:r>
          </a:p>
          <a:p>
            <a:pPr marL="342900" indent="-341313">
              <a:buSzPct val="7500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  public static void main(String[] </a:t>
            </a:r>
            <a:r>
              <a:rPr lang="en-US" altLang="en-US" b="1" dirty="0" err="1">
                <a:solidFill>
                  <a:srgbClr val="000000"/>
                </a:solidFill>
                <a:latin typeface="Courier New" pitchFamily="49" charset="0"/>
              </a:rPr>
              <a:t>args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) { </a:t>
            </a:r>
          </a:p>
          <a:p>
            <a:pPr marL="342900" indent="-341313">
              <a:buSzPct val="7500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    </a:t>
            </a:r>
            <a:r>
              <a:rPr lang="en-US" altLang="en-US" b="1" dirty="0" err="1">
                <a:solidFill>
                  <a:srgbClr val="000000"/>
                </a:solidFill>
                <a:latin typeface="Courier New" pitchFamily="49" charset="0"/>
              </a:rPr>
              <a:t>System.out.println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("Welcome to Java!");</a:t>
            </a:r>
          </a:p>
          <a:p>
            <a:pPr marL="342900" indent="-341313">
              <a:buSzPct val="7500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  }</a:t>
            </a:r>
          </a:p>
          <a:p>
            <a:pPr marL="342900" indent="-341313">
              <a:buSzPct val="7500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109572" name="Text Box 3"/>
          <p:cNvSpPr txBox="1">
            <a:spLocks noChangeArrowheads="1"/>
          </p:cNvSpPr>
          <p:nvPr/>
        </p:nvSpPr>
        <p:spPr bwMode="auto">
          <a:xfrm>
            <a:off x="685800" y="381000"/>
            <a:ext cx="7772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>
              <a:buClrTx/>
              <a:buFontTx/>
              <a:buNone/>
            </a:pPr>
            <a:endParaRPr lang="en-US" altLang="en-US" sz="44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109573" name="Rectangle 4"/>
          <p:cNvSpPr>
            <a:spLocks noChangeArrowheads="1"/>
          </p:cNvSpPr>
          <p:nvPr/>
        </p:nvSpPr>
        <p:spPr bwMode="auto">
          <a:xfrm>
            <a:off x="592235" y="5213528"/>
            <a:ext cx="7086600" cy="371475"/>
          </a:xfrm>
          <a:prstGeom prst="rect">
            <a:avLst/>
          </a:prstGeom>
          <a:solidFill>
            <a:srgbClr val="CBCBCB">
              <a:alpha val="45097"/>
            </a:srgbClr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538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en-US" dirty="0">
                <a:solidFill>
                  <a:srgbClr val="000000"/>
                </a:solidFill>
              </a:rPr>
              <a:t>Main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1"/>
            <a:ext cx="8610600" cy="2057400"/>
          </a:xfrm>
        </p:spPr>
        <p:txBody>
          <a:bodyPr/>
          <a:lstStyle/>
          <a:p>
            <a:r>
              <a:rPr lang="en-US" dirty="0"/>
              <a:t>Java program begins execution by calling </a:t>
            </a:r>
            <a:r>
              <a:rPr lang="en-US" b="1" dirty="0"/>
              <a:t>main()</a:t>
            </a:r>
          </a:p>
          <a:p>
            <a:r>
              <a:rPr lang="en-US" b="1" dirty="0"/>
              <a:t>Main</a:t>
            </a:r>
            <a:r>
              <a:rPr lang="en-US" dirty="0"/>
              <a:t> is different from </a:t>
            </a:r>
            <a:r>
              <a:rPr lang="en-US" b="1" dirty="0"/>
              <a:t>main. </a:t>
            </a:r>
            <a:r>
              <a:rPr lang="en-US" dirty="0"/>
              <a:t>(case sensitive)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5335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9" name="Rectangle 2"/>
          <p:cNvSpPr>
            <a:spLocks noChangeArrowheads="1"/>
          </p:cNvSpPr>
          <p:nvPr/>
        </p:nvSpPr>
        <p:spPr bwMode="auto">
          <a:xfrm>
            <a:off x="381000" y="4780624"/>
            <a:ext cx="8305800" cy="1577454"/>
          </a:xfrm>
          <a:prstGeom prst="rect">
            <a:avLst/>
          </a:prstGeom>
          <a:noFill/>
          <a:ln w="9360" cap="sq">
            <a:solidFill>
              <a:srgbClr val="5F5F5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/>
          <a:lstStyle/>
          <a:p>
            <a:pPr marL="342900" indent="-341313">
              <a:spcBef>
                <a:spcPts val="600"/>
              </a:spcBef>
              <a:buSzPct val="7500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// This program prints Welcome to Java! </a:t>
            </a:r>
          </a:p>
          <a:p>
            <a:pPr marL="342900" indent="-341313">
              <a:buSzPct val="7500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public class Welcome {	</a:t>
            </a:r>
          </a:p>
          <a:p>
            <a:pPr marL="342900" indent="-341313">
              <a:buSzPct val="7500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  public static void main(String[] </a:t>
            </a:r>
            <a:r>
              <a:rPr lang="en-US" altLang="en-US" b="1" dirty="0" err="1">
                <a:solidFill>
                  <a:srgbClr val="000000"/>
                </a:solidFill>
                <a:latin typeface="Courier New" pitchFamily="49" charset="0"/>
              </a:rPr>
              <a:t>args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) { </a:t>
            </a:r>
          </a:p>
          <a:p>
            <a:pPr marL="342900" indent="-341313">
              <a:buSzPct val="7500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    </a:t>
            </a:r>
            <a:r>
              <a:rPr lang="en-US" altLang="en-US" b="1" dirty="0" err="1">
                <a:solidFill>
                  <a:srgbClr val="000000"/>
                </a:solidFill>
                <a:latin typeface="Courier New" pitchFamily="49" charset="0"/>
              </a:rPr>
              <a:t>System.out.println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("Welcome to Java!");</a:t>
            </a:r>
          </a:p>
          <a:p>
            <a:pPr marL="342900" indent="-341313">
              <a:buSzPct val="7500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  }</a:t>
            </a:r>
          </a:p>
          <a:p>
            <a:pPr marL="342900" indent="-341313">
              <a:buSzPct val="7500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111620" name="Text Box 3"/>
          <p:cNvSpPr txBox="1">
            <a:spLocks noChangeArrowheads="1"/>
          </p:cNvSpPr>
          <p:nvPr/>
        </p:nvSpPr>
        <p:spPr bwMode="auto">
          <a:xfrm>
            <a:off x="685800" y="381000"/>
            <a:ext cx="7772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4700" dirty="0">
                <a:solidFill>
                  <a:srgbClr val="000000"/>
                </a:solidFill>
                <a:latin typeface="+mj-lt"/>
              </a:rPr>
              <a:t>Statement</a:t>
            </a:r>
          </a:p>
        </p:txBody>
      </p:sp>
      <p:sp>
        <p:nvSpPr>
          <p:cNvPr id="111621" name="Rectangle 4"/>
          <p:cNvSpPr>
            <a:spLocks noChangeArrowheads="1"/>
          </p:cNvSpPr>
          <p:nvPr/>
        </p:nvSpPr>
        <p:spPr bwMode="auto">
          <a:xfrm>
            <a:off x="910107" y="5638800"/>
            <a:ext cx="7239000" cy="304800"/>
          </a:xfrm>
          <a:prstGeom prst="rect">
            <a:avLst/>
          </a:prstGeom>
          <a:solidFill>
            <a:srgbClr val="CBCBCB">
              <a:alpha val="45097"/>
            </a:srgbClr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/>
          </a:p>
        </p:txBody>
      </p:sp>
      <p:sp>
        <p:nvSpPr>
          <p:cNvPr id="111622" name="Text Box 5"/>
          <p:cNvSpPr txBox="1">
            <a:spLocks noChangeArrowheads="1"/>
          </p:cNvSpPr>
          <p:nvPr/>
        </p:nvSpPr>
        <p:spPr bwMode="auto">
          <a:xfrm>
            <a:off x="228600" y="1066800"/>
            <a:ext cx="87630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/>
          <a:lstStyle>
            <a:lvl1pPr>
              <a:buClr>
                <a:srgbClr val="000000"/>
              </a:buClr>
              <a:buSzPct val="100000"/>
              <a:buFont typeface="Times New Roman" pitchFamily="16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buClr>
                <a:srgbClr val="000000"/>
              </a:buClr>
              <a:buSzPct val="100000"/>
              <a:buFont typeface="Times New Roman" pitchFamily="16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buClr>
                <a:srgbClr val="000000"/>
              </a:buClr>
              <a:buSzPct val="100000"/>
              <a:buFont typeface="Times New Roman" pitchFamily="16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buClr>
                <a:srgbClr val="000000"/>
              </a:buClr>
              <a:buSzPct val="100000"/>
              <a:buFont typeface="Times New Roman" pitchFamily="16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buClr>
                <a:srgbClr val="000000"/>
              </a:buClr>
              <a:buSzPct val="100000"/>
              <a:buFont typeface="Times New Roman" pitchFamily="16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marL="457200" indent="-457200">
              <a:spcBef>
                <a:spcPts val="700"/>
              </a:spcBef>
              <a:buClrTx/>
              <a:buSzPct val="75000"/>
              <a:buFont typeface="Arial" pitchFamily="34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latin typeface="+mj-lt"/>
              </a:rPr>
              <a:t>A statement represents an action or a sequence of actions. </a:t>
            </a:r>
          </a:p>
          <a:p>
            <a:pPr marL="457200" indent="-457200">
              <a:spcBef>
                <a:spcPts val="700"/>
              </a:spcBef>
              <a:buClrTx/>
              <a:buSzPct val="75000"/>
              <a:buFont typeface="Arial" pitchFamily="34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latin typeface="+mj-lt"/>
              </a:rPr>
              <a:t>The statement displaying Welcome to Java! on console</a:t>
            </a:r>
          </a:p>
          <a:p>
            <a:pPr algn="ctr">
              <a:spcBef>
                <a:spcPts val="700"/>
              </a:spcBef>
              <a:buClrTx/>
              <a:buSzPct val="75000"/>
            </a:pPr>
            <a:r>
              <a:rPr lang="en-US" altLang="en-US" sz="28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sz="28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("Welcome to Java!") </a:t>
            </a:r>
          </a:p>
        </p:txBody>
      </p:sp>
    </p:spTree>
    <p:extLst>
      <p:ext uri="{BB962C8B-B14F-4D97-AF65-F5344CB8AC3E}">
        <p14:creationId xmlns:p14="http://schemas.microsoft.com/office/powerpoint/2010/main" val="19071290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2"/>
          <p:cNvSpPr>
            <a:spLocks noChangeArrowheads="1"/>
          </p:cNvSpPr>
          <p:nvPr/>
        </p:nvSpPr>
        <p:spPr bwMode="auto">
          <a:xfrm>
            <a:off x="381000" y="3733800"/>
            <a:ext cx="8305800" cy="2590800"/>
          </a:xfrm>
          <a:prstGeom prst="rect">
            <a:avLst/>
          </a:prstGeom>
          <a:noFill/>
          <a:ln w="9360" cap="sq">
            <a:solidFill>
              <a:srgbClr val="5F5F5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/>
          <a:lstStyle/>
          <a:p>
            <a:pPr marL="342900" indent="-341313">
              <a:spcBef>
                <a:spcPts val="600"/>
              </a:spcBef>
              <a:buSzPct val="7500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r>
              <a:rPr lang="en-US" altLang="en-US" b="1">
                <a:solidFill>
                  <a:srgbClr val="000000"/>
                </a:solidFill>
                <a:latin typeface="Courier New" pitchFamily="49" charset="0"/>
              </a:rPr>
              <a:t>// This program prints Welcome to Java! </a:t>
            </a:r>
          </a:p>
          <a:p>
            <a:pPr marL="342900" indent="-341313">
              <a:buSzPct val="7500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r>
              <a:rPr lang="en-US" altLang="en-US" b="1">
                <a:solidFill>
                  <a:srgbClr val="000000"/>
                </a:solidFill>
                <a:latin typeface="Courier New" pitchFamily="49" charset="0"/>
              </a:rPr>
              <a:t>public class Welcome {	</a:t>
            </a:r>
          </a:p>
          <a:p>
            <a:pPr marL="342900" indent="-341313">
              <a:buSzPct val="7500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r>
              <a:rPr lang="en-US" altLang="en-US" b="1">
                <a:solidFill>
                  <a:srgbClr val="000000"/>
                </a:solidFill>
                <a:latin typeface="Courier New" pitchFamily="49" charset="0"/>
              </a:rPr>
              <a:t>  public static void main(String[] args) { </a:t>
            </a:r>
          </a:p>
          <a:p>
            <a:pPr marL="342900" indent="-341313">
              <a:buSzPct val="7500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r>
              <a:rPr lang="en-US" altLang="en-US" b="1">
                <a:solidFill>
                  <a:srgbClr val="000000"/>
                </a:solidFill>
                <a:latin typeface="Courier New" pitchFamily="49" charset="0"/>
              </a:rPr>
              <a:t>    System.out.println("Welcome to Java!");</a:t>
            </a:r>
          </a:p>
          <a:p>
            <a:pPr marL="342900" indent="-341313">
              <a:buSzPct val="7500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r>
              <a:rPr lang="en-US" altLang="en-US" b="1">
                <a:solidFill>
                  <a:srgbClr val="000000"/>
                </a:solidFill>
                <a:latin typeface="Courier New" pitchFamily="49" charset="0"/>
              </a:rPr>
              <a:t>  }</a:t>
            </a:r>
          </a:p>
          <a:p>
            <a:pPr marL="342900" indent="-341313">
              <a:buSzPct val="7500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</a:pPr>
            <a:r>
              <a:rPr lang="en-US" altLang="en-US" b="1">
                <a:solidFill>
                  <a:srgbClr val="000000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113668" name="Text Box 3"/>
          <p:cNvSpPr txBox="1">
            <a:spLocks noChangeArrowheads="1"/>
          </p:cNvSpPr>
          <p:nvPr/>
        </p:nvSpPr>
        <p:spPr bwMode="auto">
          <a:xfrm>
            <a:off x="685800" y="381000"/>
            <a:ext cx="7772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4700" dirty="0">
                <a:solidFill>
                  <a:srgbClr val="000000"/>
                </a:solidFill>
                <a:latin typeface="+mj-lt"/>
              </a:rPr>
              <a:t>Statement Terminator</a:t>
            </a:r>
          </a:p>
        </p:txBody>
      </p:sp>
      <p:sp>
        <p:nvSpPr>
          <p:cNvPr id="113669" name="Rectangle 4"/>
          <p:cNvSpPr>
            <a:spLocks noChangeArrowheads="1"/>
          </p:cNvSpPr>
          <p:nvPr/>
        </p:nvSpPr>
        <p:spPr bwMode="auto">
          <a:xfrm>
            <a:off x="6172200" y="4553803"/>
            <a:ext cx="228600" cy="381000"/>
          </a:xfrm>
          <a:prstGeom prst="rect">
            <a:avLst/>
          </a:prstGeom>
          <a:solidFill>
            <a:srgbClr val="CBCBCB">
              <a:alpha val="45097"/>
            </a:srgbClr>
          </a:solidFill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/>
          </a:p>
        </p:txBody>
      </p:sp>
      <p:sp>
        <p:nvSpPr>
          <p:cNvPr id="113670" name="Rectangle 5"/>
          <p:cNvSpPr>
            <a:spLocks noChangeArrowheads="1"/>
          </p:cNvSpPr>
          <p:nvPr/>
        </p:nvSpPr>
        <p:spPr bwMode="auto">
          <a:xfrm>
            <a:off x="457200" y="1447800"/>
            <a:ext cx="8305800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buSzPct val="7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800" dirty="0">
                <a:solidFill>
                  <a:srgbClr val="000000"/>
                </a:solidFill>
              </a:rPr>
              <a:t>Every statement in Java ends with a semicolon (;).</a:t>
            </a:r>
          </a:p>
        </p:txBody>
      </p:sp>
    </p:spTree>
    <p:extLst>
      <p:ext uri="{BB962C8B-B14F-4D97-AF65-F5344CB8AC3E}">
        <p14:creationId xmlns:p14="http://schemas.microsoft.com/office/powerpoint/2010/main" val="18486243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3" name="Text Box 2"/>
          <p:cNvSpPr txBox="1">
            <a:spLocks noChangeArrowheads="1"/>
          </p:cNvSpPr>
          <p:nvPr/>
        </p:nvSpPr>
        <p:spPr bwMode="auto">
          <a:xfrm>
            <a:off x="685800" y="304800"/>
            <a:ext cx="7772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4400" dirty="0">
                <a:solidFill>
                  <a:srgbClr val="000000"/>
                </a:solidFill>
                <a:latin typeface="+mj-lt"/>
              </a:rPr>
              <a:t>Blocks</a:t>
            </a:r>
          </a:p>
        </p:txBody>
      </p:sp>
      <p:sp>
        <p:nvSpPr>
          <p:cNvPr id="117764" name="Rectangle 3"/>
          <p:cNvSpPr>
            <a:spLocks noChangeArrowheads="1"/>
          </p:cNvSpPr>
          <p:nvPr/>
        </p:nvSpPr>
        <p:spPr bwMode="auto">
          <a:xfrm>
            <a:off x="2027238" y="1795463"/>
            <a:ext cx="9144000" cy="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/>
          </a:p>
        </p:txBody>
      </p:sp>
      <p:sp>
        <p:nvSpPr>
          <p:cNvPr id="117765" name="Rectangle 4"/>
          <p:cNvSpPr>
            <a:spLocks noChangeArrowheads="1"/>
          </p:cNvSpPr>
          <p:nvPr/>
        </p:nvSpPr>
        <p:spPr bwMode="auto">
          <a:xfrm>
            <a:off x="1943100" y="188277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/>
          </a:p>
        </p:txBody>
      </p:sp>
      <p:sp>
        <p:nvSpPr>
          <p:cNvPr id="117766" name="Rectangle 5"/>
          <p:cNvSpPr>
            <a:spLocks noChangeArrowheads="1"/>
          </p:cNvSpPr>
          <p:nvPr/>
        </p:nvSpPr>
        <p:spPr bwMode="auto">
          <a:xfrm>
            <a:off x="1943100" y="2182813"/>
            <a:ext cx="9144000" cy="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/>
          </a:p>
        </p:txBody>
      </p:sp>
      <p:sp>
        <p:nvSpPr>
          <p:cNvPr id="117767" name="Rectangle 6"/>
          <p:cNvSpPr>
            <a:spLocks noChangeArrowheads="1"/>
          </p:cNvSpPr>
          <p:nvPr/>
        </p:nvSpPr>
        <p:spPr bwMode="auto">
          <a:xfrm>
            <a:off x="2438400" y="1981200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/>
          </a:p>
        </p:txBody>
      </p:sp>
      <p:sp>
        <p:nvSpPr>
          <p:cNvPr id="117768" name="Rectangle 7"/>
          <p:cNvSpPr>
            <a:spLocks noChangeArrowheads="1"/>
          </p:cNvSpPr>
          <p:nvPr/>
        </p:nvSpPr>
        <p:spPr bwMode="auto">
          <a:xfrm>
            <a:off x="2655888" y="1428750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/>
          </a:p>
        </p:txBody>
      </p:sp>
      <p:sp>
        <p:nvSpPr>
          <p:cNvPr id="117769" name="Rectangle 8"/>
          <p:cNvSpPr>
            <a:spLocks noChangeArrowheads="1"/>
          </p:cNvSpPr>
          <p:nvPr/>
        </p:nvSpPr>
        <p:spPr bwMode="auto">
          <a:xfrm>
            <a:off x="2743200" y="2324100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/>
          </a:p>
        </p:txBody>
      </p:sp>
      <p:sp>
        <p:nvSpPr>
          <p:cNvPr id="117770" name="Rectangle 9"/>
          <p:cNvSpPr>
            <a:spLocks noChangeArrowheads="1"/>
          </p:cNvSpPr>
          <p:nvPr/>
        </p:nvSpPr>
        <p:spPr bwMode="auto">
          <a:xfrm>
            <a:off x="2400300" y="2705100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/>
          </a:p>
        </p:txBody>
      </p:sp>
      <p:sp>
        <p:nvSpPr>
          <p:cNvPr id="117771" name="Text Box 10"/>
          <p:cNvSpPr txBox="1">
            <a:spLocks noChangeArrowheads="1"/>
          </p:cNvSpPr>
          <p:nvPr/>
        </p:nvSpPr>
        <p:spPr bwMode="auto">
          <a:xfrm>
            <a:off x="228600" y="1066800"/>
            <a:ext cx="8686800" cy="116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>
              <a:spcBef>
                <a:spcPts val="2500"/>
              </a:spcBef>
              <a:buClrTx/>
              <a:buSzPct val="75000"/>
              <a:buFontTx/>
              <a:buNone/>
            </a:pPr>
            <a:r>
              <a:rPr lang="en-US" altLang="en-US" sz="3000" dirty="0">
                <a:solidFill>
                  <a:srgbClr val="000000"/>
                </a:solidFill>
                <a:latin typeface="+mj-lt"/>
              </a:rPr>
              <a:t>A pair of braces in a program forms a block that groups components of a program.</a:t>
            </a:r>
            <a:r>
              <a:rPr lang="en-US" altLang="en-US" sz="4000" dirty="0">
                <a:solidFill>
                  <a:srgbClr val="000000"/>
                </a:solidFill>
                <a:latin typeface="+mj-lt"/>
                <a:cs typeface="Times New Roman" pitchFamily="16" charset="0"/>
              </a:rPr>
              <a:t> </a:t>
            </a:r>
          </a:p>
        </p:txBody>
      </p:sp>
      <p:sp>
        <p:nvSpPr>
          <p:cNvPr id="117772" name="Rectangle 11"/>
          <p:cNvSpPr>
            <a:spLocks noChangeArrowheads="1"/>
          </p:cNvSpPr>
          <p:nvPr/>
        </p:nvSpPr>
        <p:spPr bwMode="auto">
          <a:xfrm>
            <a:off x="2400300" y="2971800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/>
          </a:p>
        </p:txBody>
      </p:sp>
      <p:pic>
        <p:nvPicPr>
          <p:cNvPr id="117773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08067" y="2359819"/>
            <a:ext cx="10160133" cy="2138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987989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Java Tokens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00F32B2-9C98-BB59-5833-BFC57B91CC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4143009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21604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1" name="Text Box 2"/>
          <p:cNvSpPr txBox="1">
            <a:spLocks noChangeArrowheads="1"/>
          </p:cNvSpPr>
          <p:nvPr/>
        </p:nvSpPr>
        <p:spPr bwMode="auto">
          <a:xfrm>
            <a:off x="674427" y="304800"/>
            <a:ext cx="7772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4000" dirty="0">
                <a:solidFill>
                  <a:srgbClr val="000000"/>
                </a:solidFill>
                <a:latin typeface="+mj-lt"/>
              </a:rPr>
              <a:t>Special Symbols</a:t>
            </a:r>
          </a:p>
        </p:txBody>
      </p:sp>
      <p:sp>
        <p:nvSpPr>
          <p:cNvPr id="119812" name="Rectangle 3"/>
          <p:cNvSpPr>
            <a:spLocks noChangeArrowheads="1"/>
          </p:cNvSpPr>
          <p:nvPr/>
        </p:nvSpPr>
        <p:spPr bwMode="auto">
          <a:xfrm>
            <a:off x="0" y="2514600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/>
          </a:p>
        </p:txBody>
      </p:sp>
      <p:graphicFrame>
        <p:nvGraphicFramePr>
          <p:cNvPr id="119813" name="Object 4"/>
          <p:cNvGraphicFramePr>
            <a:graphicFrameLocks noChangeAspect="1"/>
          </p:cNvGraphicFramePr>
          <p:nvPr/>
        </p:nvGraphicFramePr>
        <p:xfrm>
          <a:off x="228600" y="1524000"/>
          <a:ext cx="8686800" cy="301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285715" imgH="1830275" progId="">
                  <p:embed/>
                </p:oleObj>
              </mc:Choice>
              <mc:Fallback>
                <p:oleObj r:id="rId3" imgW="5285715" imgH="1830275" progId="">
                  <p:embed/>
                  <p:pic>
                    <p:nvPicPr>
                      <p:cNvPr id="11981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524000"/>
                        <a:ext cx="8686800" cy="301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024390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381000" y="4860309"/>
            <a:ext cx="8305800" cy="1702558"/>
            <a:chOff x="381000" y="4860309"/>
            <a:chExt cx="8305800" cy="1702558"/>
          </a:xfrm>
        </p:grpSpPr>
        <p:sp>
          <p:nvSpPr>
            <p:cNvPr id="115715" name="Rectangle 2"/>
            <p:cNvSpPr>
              <a:spLocks noChangeArrowheads="1"/>
            </p:cNvSpPr>
            <p:nvPr/>
          </p:nvSpPr>
          <p:spPr bwMode="auto">
            <a:xfrm>
              <a:off x="381000" y="4860309"/>
              <a:ext cx="8305800" cy="1702558"/>
            </a:xfrm>
            <a:prstGeom prst="rect">
              <a:avLst/>
            </a:prstGeom>
            <a:noFill/>
            <a:ln w="9360" cap="sq">
              <a:solidFill>
                <a:srgbClr val="5F5F5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160" tIns="46080" rIns="92160" bIns="46080"/>
            <a:lstStyle/>
            <a:p>
              <a:pPr marL="342900" indent="-341313">
                <a:spcBef>
                  <a:spcPts val="600"/>
                </a:spcBef>
                <a:buSzPct val="75000"/>
                <a:tabLst>
                  <a:tab pos="342900" algn="l"/>
                  <a:tab pos="1257300" algn="l"/>
                  <a:tab pos="2171700" algn="l"/>
                  <a:tab pos="3086100" algn="l"/>
                  <a:tab pos="4000500" algn="l"/>
                  <a:tab pos="4914900" algn="l"/>
                  <a:tab pos="5829300" algn="l"/>
                  <a:tab pos="6743700" algn="l"/>
                  <a:tab pos="7658100" algn="l"/>
                  <a:tab pos="8572500" algn="l"/>
                  <a:tab pos="9486900" algn="l"/>
                  <a:tab pos="10401300" algn="l"/>
                </a:tabLst>
              </a:pPr>
              <a:r>
                <a:rPr lang="en-US" altLang="en-US" b="1">
                  <a:solidFill>
                    <a:srgbClr val="000000"/>
                  </a:solidFill>
                  <a:latin typeface="Courier New" pitchFamily="49" charset="0"/>
                </a:rPr>
                <a:t>// This program prints Welcome to Java! </a:t>
              </a:r>
            </a:p>
            <a:p>
              <a:pPr marL="342900" indent="-341313">
                <a:buSzPct val="75000"/>
                <a:tabLst>
                  <a:tab pos="342900" algn="l"/>
                  <a:tab pos="1257300" algn="l"/>
                  <a:tab pos="2171700" algn="l"/>
                  <a:tab pos="3086100" algn="l"/>
                  <a:tab pos="4000500" algn="l"/>
                  <a:tab pos="4914900" algn="l"/>
                  <a:tab pos="5829300" algn="l"/>
                  <a:tab pos="6743700" algn="l"/>
                  <a:tab pos="7658100" algn="l"/>
                  <a:tab pos="8572500" algn="l"/>
                  <a:tab pos="9486900" algn="l"/>
                  <a:tab pos="10401300" algn="l"/>
                </a:tabLst>
              </a:pPr>
              <a:r>
                <a:rPr lang="en-US" altLang="en-US" b="1">
                  <a:solidFill>
                    <a:srgbClr val="000000"/>
                  </a:solidFill>
                  <a:latin typeface="Courier New" pitchFamily="49" charset="0"/>
                </a:rPr>
                <a:t>public class Welcome {	</a:t>
              </a:r>
            </a:p>
            <a:p>
              <a:pPr marL="342900" indent="-341313">
                <a:buSzPct val="75000"/>
                <a:tabLst>
                  <a:tab pos="342900" algn="l"/>
                  <a:tab pos="1257300" algn="l"/>
                  <a:tab pos="2171700" algn="l"/>
                  <a:tab pos="3086100" algn="l"/>
                  <a:tab pos="4000500" algn="l"/>
                  <a:tab pos="4914900" algn="l"/>
                  <a:tab pos="5829300" algn="l"/>
                  <a:tab pos="6743700" algn="l"/>
                  <a:tab pos="7658100" algn="l"/>
                  <a:tab pos="8572500" algn="l"/>
                  <a:tab pos="9486900" algn="l"/>
                  <a:tab pos="10401300" algn="l"/>
                </a:tabLst>
              </a:pPr>
              <a:r>
                <a:rPr lang="en-US" altLang="en-US" b="1">
                  <a:solidFill>
                    <a:srgbClr val="000000"/>
                  </a:solidFill>
                  <a:latin typeface="Courier New" pitchFamily="49" charset="0"/>
                </a:rPr>
                <a:t>  public static void main(String[] args) { </a:t>
              </a:r>
            </a:p>
            <a:p>
              <a:pPr marL="342900" indent="-341313">
                <a:buSzPct val="75000"/>
                <a:tabLst>
                  <a:tab pos="342900" algn="l"/>
                  <a:tab pos="1257300" algn="l"/>
                  <a:tab pos="2171700" algn="l"/>
                  <a:tab pos="3086100" algn="l"/>
                  <a:tab pos="4000500" algn="l"/>
                  <a:tab pos="4914900" algn="l"/>
                  <a:tab pos="5829300" algn="l"/>
                  <a:tab pos="6743700" algn="l"/>
                  <a:tab pos="7658100" algn="l"/>
                  <a:tab pos="8572500" algn="l"/>
                  <a:tab pos="9486900" algn="l"/>
                  <a:tab pos="10401300" algn="l"/>
                </a:tabLst>
              </a:pPr>
              <a:r>
                <a:rPr lang="en-US" altLang="en-US" b="1">
                  <a:solidFill>
                    <a:srgbClr val="000000"/>
                  </a:solidFill>
                  <a:latin typeface="Courier New" pitchFamily="49" charset="0"/>
                </a:rPr>
                <a:t>    System.out.println("Welcome to Java!");</a:t>
              </a:r>
            </a:p>
            <a:p>
              <a:pPr marL="342900" indent="-341313">
                <a:buSzPct val="75000"/>
                <a:tabLst>
                  <a:tab pos="342900" algn="l"/>
                  <a:tab pos="1257300" algn="l"/>
                  <a:tab pos="2171700" algn="l"/>
                  <a:tab pos="3086100" algn="l"/>
                  <a:tab pos="4000500" algn="l"/>
                  <a:tab pos="4914900" algn="l"/>
                  <a:tab pos="5829300" algn="l"/>
                  <a:tab pos="6743700" algn="l"/>
                  <a:tab pos="7658100" algn="l"/>
                  <a:tab pos="8572500" algn="l"/>
                  <a:tab pos="9486900" algn="l"/>
                  <a:tab pos="10401300" algn="l"/>
                </a:tabLst>
              </a:pPr>
              <a:r>
                <a:rPr lang="en-US" altLang="en-US" b="1">
                  <a:solidFill>
                    <a:srgbClr val="000000"/>
                  </a:solidFill>
                  <a:latin typeface="Courier New" pitchFamily="49" charset="0"/>
                </a:rPr>
                <a:t>  }</a:t>
              </a:r>
            </a:p>
            <a:p>
              <a:pPr marL="342900" indent="-341313">
                <a:buSzPct val="75000"/>
                <a:tabLst>
                  <a:tab pos="342900" algn="l"/>
                  <a:tab pos="1257300" algn="l"/>
                  <a:tab pos="2171700" algn="l"/>
                  <a:tab pos="3086100" algn="l"/>
                  <a:tab pos="4000500" algn="l"/>
                  <a:tab pos="4914900" algn="l"/>
                  <a:tab pos="5829300" algn="l"/>
                  <a:tab pos="6743700" algn="l"/>
                  <a:tab pos="7658100" algn="l"/>
                  <a:tab pos="8572500" algn="l"/>
                  <a:tab pos="9486900" algn="l"/>
                  <a:tab pos="10401300" algn="l"/>
                </a:tabLst>
              </a:pPr>
              <a:r>
                <a:rPr lang="en-US" altLang="en-US" b="1">
                  <a:solidFill>
                    <a:srgbClr val="000000"/>
                  </a:solidFill>
                  <a:latin typeface="Courier New" pitchFamily="49" charset="0"/>
                </a:rPr>
                <a:t>}</a:t>
              </a: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449238" y="5146344"/>
              <a:ext cx="2827362" cy="624385"/>
              <a:chOff x="416256" y="4053386"/>
              <a:chExt cx="2827362" cy="624385"/>
            </a:xfrm>
          </p:grpSpPr>
          <p:sp>
            <p:nvSpPr>
              <p:cNvPr id="115717" name="Rectangle 4"/>
              <p:cNvSpPr>
                <a:spLocks noChangeArrowheads="1"/>
              </p:cNvSpPr>
              <p:nvPr/>
            </p:nvSpPr>
            <p:spPr bwMode="auto">
              <a:xfrm>
                <a:off x="416256" y="4053386"/>
                <a:ext cx="1676400" cy="304800"/>
              </a:xfrm>
              <a:prstGeom prst="rect">
                <a:avLst/>
              </a:prstGeom>
              <a:solidFill>
                <a:srgbClr val="CBCBCB">
                  <a:alpha val="45097"/>
                </a:srgbClr>
              </a:solidFill>
              <a:ln w="1260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</a:pPr>
                <a:endParaRPr lang="en-US"/>
              </a:p>
            </p:txBody>
          </p:sp>
          <p:sp>
            <p:nvSpPr>
              <p:cNvPr id="115718" name="Rectangle 5"/>
              <p:cNvSpPr>
                <a:spLocks noChangeArrowheads="1"/>
              </p:cNvSpPr>
              <p:nvPr/>
            </p:nvSpPr>
            <p:spPr bwMode="auto">
              <a:xfrm>
                <a:off x="652818" y="4372971"/>
                <a:ext cx="2590800" cy="304800"/>
              </a:xfrm>
              <a:prstGeom prst="rect">
                <a:avLst/>
              </a:prstGeom>
              <a:solidFill>
                <a:srgbClr val="CBCBCB">
                  <a:alpha val="45097"/>
                </a:srgbClr>
              </a:solidFill>
              <a:ln w="1260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</a:pPr>
                <a:endParaRPr lang="en-US"/>
              </a:p>
            </p:txBody>
          </p:sp>
        </p:grpSp>
      </p:grp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26" y="3429000"/>
            <a:ext cx="7347223" cy="265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Symbols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/>
          <a:lstStyle/>
          <a:p>
            <a:r>
              <a:rPr lang="en-US" altLang="en-US" dirty="0">
                <a:solidFill>
                  <a:srgbClr val="000000"/>
                </a:solidFill>
              </a:rPr>
              <a:t>Reserved words or keywords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Specific meaning to the compiler and 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Cannot be used for other purposes in the program.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049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BA8CB-3F06-4028-8686-8C7B63BCE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Identifiers</a:t>
            </a:r>
          </a:p>
        </p:txBody>
      </p:sp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72793D82-826C-6C29-A147-19D088BBA89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28600" y="2438400"/>
          <a:ext cx="8686800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403F31E-0774-4806-89CC-EB384DEBF23F}"/>
              </a:ext>
            </a:extLst>
          </p:cNvPr>
          <p:cNvSpPr/>
          <p:nvPr/>
        </p:nvSpPr>
        <p:spPr>
          <a:xfrm>
            <a:off x="685800" y="1295400"/>
            <a:ext cx="7772400" cy="83099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i="1" dirty="0">
                <a:latin typeface="Times-Italic"/>
              </a:rPr>
              <a:t>Identifiers are the names that identify the elements such as classes, methods, and variables in a program.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302427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Legal </a:t>
            </a:r>
            <a:r>
              <a:rPr lang="en-US" dirty="0" err="1"/>
              <a:t>Identifers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$2, </a:t>
            </a:r>
            <a:r>
              <a:rPr lang="en-US" dirty="0" err="1"/>
              <a:t>ComputeArea</a:t>
            </a:r>
            <a:r>
              <a:rPr lang="en-US" dirty="0"/>
              <a:t>, area, radius, and print</a:t>
            </a:r>
          </a:p>
          <a:p>
            <a:r>
              <a:rPr lang="en-US" dirty="0"/>
              <a:t>Illegal </a:t>
            </a:r>
            <a:r>
              <a:rPr lang="en-US" dirty="0" err="1"/>
              <a:t>Identifers</a:t>
            </a:r>
            <a:r>
              <a:rPr lang="en-US" dirty="0"/>
              <a:t>:</a:t>
            </a:r>
          </a:p>
          <a:p>
            <a:pPr marL="457200" lvl="1" indent="0">
              <a:buNone/>
            </a:pPr>
            <a:r>
              <a:rPr lang="en-US" dirty="0"/>
              <a:t>2A, d+4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3886200"/>
            <a:ext cx="7772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Which of the following identifiers are valid? Which are Java keywords?</a:t>
            </a:r>
          </a:p>
          <a:p>
            <a:endParaRPr lang="en-US" sz="2400" b="1" dirty="0"/>
          </a:p>
          <a:p>
            <a:r>
              <a:rPr lang="en-US" sz="2400" dirty="0"/>
              <a:t>miles, Test, a++, ––a, 4#R, $4, #44, apps, class, public, </a:t>
            </a:r>
            <a:r>
              <a:rPr lang="en-US" sz="2400" dirty="0" err="1"/>
              <a:t>int</a:t>
            </a:r>
            <a:r>
              <a:rPr lang="en-US" sz="2400" dirty="0"/>
              <a:t>, x, y, radius</a:t>
            </a:r>
          </a:p>
          <a:p>
            <a:endParaRPr lang="en-US" sz="2400" b="1" dirty="0"/>
          </a:p>
        </p:txBody>
      </p:sp>
      <p:sp>
        <p:nvSpPr>
          <p:cNvPr id="5" name="Rectangle 4"/>
          <p:cNvSpPr/>
          <p:nvPr/>
        </p:nvSpPr>
        <p:spPr>
          <a:xfrm>
            <a:off x="4038600" y="1371600"/>
            <a:ext cx="45720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dirty="0"/>
              <a:t>Java is case sensitive, </a:t>
            </a:r>
            <a:r>
              <a:rPr lang="en-US" b="1" dirty="0">
                <a:solidFill>
                  <a:srgbClr val="FF0000"/>
                </a:solidFill>
              </a:rPr>
              <a:t>area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Area</a:t>
            </a:r>
            <a:r>
              <a:rPr lang="en-US" dirty="0"/>
              <a:t>, and </a:t>
            </a:r>
            <a:r>
              <a:rPr lang="en-US" b="1" dirty="0">
                <a:solidFill>
                  <a:srgbClr val="FF0000"/>
                </a:solidFill>
              </a:rPr>
              <a:t>AREA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are all different identifiers.</a:t>
            </a:r>
          </a:p>
        </p:txBody>
      </p:sp>
    </p:spTree>
    <p:extLst>
      <p:ext uri="{BB962C8B-B14F-4D97-AF65-F5344CB8AC3E}">
        <p14:creationId xmlns:p14="http://schemas.microsoft.com/office/powerpoint/2010/main" val="4245823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9" name="Text Box 2"/>
          <p:cNvSpPr txBox="1">
            <a:spLocks noChangeArrowheads="1"/>
          </p:cNvSpPr>
          <p:nvPr/>
        </p:nvSpPr>
        <p:spPr bwMode="auto">
          <a:xfrm>
            <a:off x="685800" y="304800"/>
            <a:ext cx="7772400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4400" dirty="0">
                <a:solidFill>
                  <a:srgbClr val="000000"/>
                </a:solidFill>
                <a:latin typeface="+mj-lt"/>
              </a:rPr>
              <a:t>Programming Style and Documentation</a:t>
            </a:r>
          </a:p>
        </p:txBody>
      </p:sp>
      <p:sp>
        <p:nvSpPr>
          <p:cNvPr id="132100" name="Text Box 3"/>
          <p:cNvSpPr txBox="1">
            <a:spLocks noChangeArrowheads="1"/>
          </p:cNvSpPr>
          <p:nvPr/>
        </p:nvSpPr>
        <p:spPr bwMode="auto">
          <a:xfrm>
            <a:off x="381000" y="1657350"/>
            <a:ext cx="8229600" cy="3529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/>
          <a:lstStyle>
            <a:lvl1pPr marL="341313" indent="-341313"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marL="571500" indent="-571500" algn="just">
              <a:spcBef>
                <a:spcPts val="900"/>
              </a:spcBef>
              <a:buSzPct val="75000"/>
              <a:buFont typeface="Arial" pitchFamily="34" charset="0"/>
              <a:buChar char="•"/>
            </a:pPr>
            <a:r>
              <a:rPr lang="en-US" altLang="en-US" sz="3600" dirty="0">
                <a:solidFill>
                  <a:srgbClr val="000000"/>
                </a:solidFill>
                <a:latin typeface="+mj-lt"/>
              </a:rPr>
              <a:t>Appropriate Comments</a:t>
            </a:r>
          </a:p>
          <a:p>
            <a:pPr marL="571500" indent="-571500" algn="just">
              <a:spcBef>
                <a:spcPts val="900"/>
              </a:spcBef>
              <a:buSzPct val="75000"/>
              <a:buFont typeface="Arial" pitchFamily="34" charset="0"/>
              <a:buChar char="•"/>
            </a:pPr>
            <a:r>
              <a:rPr lang="en-US" altLang="en-US" sz="3600" dirty="0">
                <a:solidFill>
                  <a:srgbClr val="000000"/>
                </a:solidFill>
                <a:latin typeface="+mj-lt"/>
              </a:rPr>
              <a:t>Naming Conventions</a:t>
            </a:r>
          </a:p>
          <a:p>
            <a:pPr marL="571500" indent="-571500" algn="just">
              <a:spcBef>
                <a:spcPts val="900"/>
              </a:spcBef>
              <a:buSzPct val="75000"/>
              <a:buFont typeface="Arial" pitchFamily="34" charset="0"/>
              <a:buChar char="•"/>
            </a:pPr>
            <a:r>
              <a:rPr lang="en-US" altLang="en-US" sz="3600" dirty="0">
                <a:solidFill>
                  <a:srgbClr val="000000"/>
                </a:solidFill>
                <a:latin typeface="+mj-lt"/>
              </a:rPr>
              <a:t>Proper Indentation and Spacing Lines</a:t>
            </a:r>
          </a:p>
          <a:p>
            <a:pPr marL="571500" indent="-571500" algn="just">
              <a:spcBef>
                <a:spcPts val="900"/>
              </a:spcBef>
              <a:buSzPct val="75000"/>
              <a:buFont typeface="Arial" pitchFamily="34" charset="0"/>
              <a:buChar char="•"/>
            </a:pPr>
            <a:r>
              <a:rPr lang="en-US" altLang="en-US" sz="3600" dirty="0">
                <a:solidFill>
                  <a:srgbClr val="000000"/>
                </a:solidFill>
                <a:latin typeface="+mj-lt"/>
              </a:rPr>
              <a:t>Block Styles</a:t>
            </a:r>
          </a:p>
        </p:txBody>
      </p:sp>
    </p:spTree>
    <p:extLst>
      <p:ext uri="{BB962C8B-B14F-4D97-AF65-F5344CB8AC3E}">
        <p14:creationId xmlns:p14="http://schemas.microsoft.com/office/powerpoint/2010/main" val="18137222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151" name="Picture 134150">
            <a:extLst>
              <a:ext uri="{FF2B5EF4-FFF2-40B4-BE49-F238E27FC236}">
                <a16:creationId xmlns:a16="http://schemas.microsoft.com/office/drawing/2014/main" id="{72563A9C-9A88-E7F8-AE75-A24406A02A7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280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34155" name="Rectangle 134154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147" name="Text Box 2"/>
          <p:cNvSpPr txBox="1">
            <a:spLocks noChangeArrowheads="1"/>
          </p:cNvSpPr>
          <p:nvPr/>
        </p:nvSpPr>
        <p:spPr bwMode="auto">
          <a:xfrm>
            <a:off x="628650" y="365125"/>
            <a:ext cx="7886700" cy="132556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lang="en-US" altLang="en-US" sz="44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Appropriate Comments</a:t>
            </a:r>
          </a:p>
        </p:txBody>
      </p:sp>
      <p:graphicFrame>
        <p:nvGraphicFramePr>
          <p:cNvPr id="134150" name="Text Box 3">
            <a:extLst>
              <a:ext uri="{FF2B5EF4-FFF2-40B4-BE49-F238E27FC236}">
                <a16:creationId xmlns:a16="http://schemas.microsoft.com/office/drawing/2014/main" id="{43B082AE-C839-CA29-B66D-4F8EB7E282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2962535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5938210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7" name="Picture 20486">
            <a:extLst>
              <a:ext uri="{FF2B5EF4-FFF2-40B4-BE49-F238E27FC236}">
                <a16:creationId xmlns:a16="http://schemas.microsoft.com/office/drawing/2014/main" id="{D717DED1-6D99-517E-C697-67CD45DC3E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000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0491" name="Rectangle 20490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7601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en-US"/>
              <a:t>Naming Conventions</a:t>
            </a:r>
          </a:p>
        </p:txBody>
      </p:sp>
      <p:graphicFrame>
        <p:nvGraphicFramePr>
          <p:cNvPr id="20486" name="Rectangle 3">
            <a:extLst>
              <a:ext uri="{FF2B5EF4-FFF2-40B4-BE49-F238E27FC236}">
                <a16:creationId xmlns:a16="http://schemas.microsoft.com/office/drawing/2014/main" id="{DA0B9720-6F58-A45D-3156-07ADB54F5A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1792207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94809093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514" name="Rectangle 215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16" name="Rectangle 21515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18" name="Rectangle 21517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20" name="Rectangle 21519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522" name="Freeform: Shape 21521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524" name="Rectangle 21523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altLang="en-US" sz="3200">
                <a:solidFill>
                  <a:srgbClr val="FFFFFF"/>
                </a:solidFill>
              </a:rPr>
              <a:t>Naming Conventions</a:t>
            </a:r>
          </a:p>
        </p:txBody>
      </p:sp>
      <p:graphicFrame>
        <p:nvGraphicFramePr>
          <p:cNvPr id="21510" name="Rectangle 3">
            <a:extLst>
              <a:ext uri="{FF2B5EF4-FFF2-40B4-BE49-F238E27FC236}">
                <a16:creationId xmlns:a16="http://schemas.microsoft.com/office/drawing/2014/main" id="{F02B8B87-76E0-A5CB-E00F-FD4DBB9D0C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3713183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8409129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3" name="Text Box 2"/>
          <p:cNvSpPr txBox="1">
            <a:spLocks noChangeArrowheads="1"/>
          </p:cNvSpPr>
          <p:nvPr/>
        </p:nvSpPr>
        <p:spPr bwMode="auto">
          <a:xfrm>
            <a:off x="685800" y="304800"/>
            <a:ext cx="7772400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4000" dirty="0">
                <a:solidFill>
                  <a:srgbClr val="000000"/>
                </a:solidFill>
                <a:latin typeface="+mj-lt"/>
              </a:rPr>
              <a:t>Proper Indentation and Spacing</a:t>
            </a:r>
          </a:p>
        </p:txBody>
      </p:sp>
      <p:sp>
        <p:nvSpPr>
          <p:cNvPr id="138244" name="Text Box 3"/>
          <p:cNvSpPr txBox="1">
            <a:spLocks noChangeArrowheads="1"/>
          </p:cNvSpPr>
          <p:nvPr/>
        </p:nvSpPr>
        <p:spPr bwMode="auto">
          <a:xfrm>
            <a:off x="566670" y="1371600"/>
            <a:ext cx="7924800" cy="4075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/>
          <a:lstStyle>
            <a:lvl1pPr marL="341313" indent="-341313"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 marL="741363" indent="-284163"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marL="457200" indent="-457200" algn="just">
              <a:spcBef>
                <a:spcPts val="800"/>
              </a:spcBef>
              <a:buSzPct val="75000"/>
              <a:buFont typeface="Arial" pitchFamily="34" charset="0"/>
              <a:buChar char="•"/>
            </a:pPr>
            <a:r>
              <a:rPr lang="en-US" altLang="en-US" sz="3200" dirty="0">
                <a:solidFill>
                  <a:srgbClr val="000000"/>
                </a:solidFill>
                <a:latin typeface="+mj-lt"/>
              </a:rPr>
              <a:t>Indentation</a:t>
            </a:r>
          </a:p>
          <a:p>
            <a:pPr lvl="1">
              <a:spcBef>
                <a:spcPts val="700"/>
              </a:spcBef>
              <a:buFont typeface="Times New Roman" pitchFamily="16" charset="0"/>
              <a:buChar char="–"/>
            </a:pPr>
            <a:r>
              <a:rPr lang="en-US" altLang="en-US" sz="2800" dirty="0">
                <a:solidFill>
                  <a:srgbClr val="000000"/>
                </a:solidFill>
                <a:latin typeface="+mj-lt"/>
              </a:rPr>
              <a:t>Indent at least two spaces.</a:t>
            </a:r>
          </a:p>
          <a:p>
            <a:pPr marL="457200" indent="-457200" algn="just">
              <a:buSzPct val="75000"/>
              <a:buFont typeface="Arial" pitchFamily="34" charset="0"/>
              <a:buChar char="•"/>
            </a:pPr>
            <a:endParaRPr lang="en-US" altLang="en-US" sz="3200" dirty="0">
              <a:solidFill>
                <a:srgbClr val="000000"/>
              </a:solidFill>
              <a:latin typeface="+mj-lt"/>
            </a:endParaRPr>
          </a:p>
          <a:p>
            <a:pPr marL="457200" indent="-457200" algn="just">
              <a:buSzPct val="75000"/>
              <a:buFont typeface="Arial" pitchFamily="34" charset="0"/>
              <a:buChar char="•"/>
            </a:pPr>
            <a:endParaRPr lang="en-US" altLang="en-US" sz="3200" dirty="0">
              <a:solidFill>
                <a:srgbClr val="000000"/>
              </a:solidFill>
              <a:latin typeface="+mj-lt"/>
            </a:endParaRPr>
          </a:p>
          <a:p>
            <a:pPr marL="457200" indent="-457200" algn="just">
              <a:buSzPct val="75000"/>
              <a:buFont typeface="Arial" pitchFamily="34" charset="0"/>
              <a:buChar char="•"/>
            </a:pPr>
            <a:endParaRPr lang="en-US" altLang="en-US" sz="3200" dirty="0">
              <a:solidFill>
                <a:srgbClr val="000000"/>
              </a:solidFill>
              <a:latin typeface="+mj-lt"/>
            </a:endParaRPr>
          </a:p>
          <a:p>
            <a:pPr marL="457200" indent="-457200" algn="just">
              <a:buSzPct val="75000"/>
              <a:buFont typeface="Arial" pitchFamily="34" charset="0"/>
              <a:buChar char="•"/>
            </a:pPr>
            <a:r>
              <a:rPr lang="en-US" altLang="en-US" sz="3200" dirty="0">
                <a:solidFill>
                  <a:srgbClr val="000000"/>
                </a:solidFill>
                <a:latin typeface="+mj-lt"/>
              </a:rPr>
              <a:t>Spacing </a:t>
            </a:r>
          </a:p>
          <a:p>
            <a:pPr lvl="1">
              <a:spcBef>
                <a:spcPts val="700"/>
              </a:spcBef>
              <a:buFont typeface="Times New Roman" pitchFamily="16" charset="0"/>
              <a:buChar char="–"/>
            </a:pPr>
            <a:r>
              <a:rPr lang="en-US" altLang="en-US" sz="2800" dirty="0">
                <a:solidFill>
                  <a:srgbClr val="000000"/>
                </a:solidFill>
                <a:latin typeface="+mj-lt"/>
              </a:rPr>
              <a:t>Use blank line to separate segments of the code.</a:t>
            </a:r>
          </a:p>
        </p:txBody>
      </p:sp>
      <p:sp>
        <p:nvSpPr>
          <p:cNvPr id="2" name="Rectangle 1"/>
          <p:cNvSpPr/>
          <p:nvPr/>
        </p:nvSpPr>
        <p:spPr>
          <a:xfrm>
            <a:off x="914400" y="5334000"/>
            <a:ext cx="7315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urier" pitchFamily="49" charset="0"/>
              </a:rPr>
              <a:t>System.out.println</a:t>
            </a:r>
            <a:r>
              <a:rPr lang="en-US" sz="2000" dirty="0">
                <a:latin typeface="Courier" pitchFamily="49" charset="0"/>
              </a:rPr>
              <a:t>(3+4*4); Bad style</a:t>
            </a:r>
          </a:p>
          <a:p>
            <a:r>
              <a:rPr lang="en-US" sz="2000" dirty="0" err="1">
                <a:latin typeface="Courier" pitchFamily="49" charset="0"/>
              </a:rPr>
              <a:t>System.out.println</a:t>
            </a:r>
            <a:r>
              <a:rPr lang="en-US" sz="2000" dirty="0">
                <a:latin typeface="Courier" pitchFamily="49" charset="0"/>
              </a:rPr>
              <a:t>(3 + 4 * 4); Good style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667000"/>
            <a:ext cx="7924800" cy="11182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800"/>
              </a:spcBef>
              <a:buSzPct val="75000"/>
              <a:buFont typeface="Monotype Sorts" charset="2"/>
              <a:buNone/>
            </a:pPr>
            <a:r>
              <a:rPr lang="en-US" altLang="en-US" sz="2000" dirty="0">
                <a:solidFill>
                  <a:srgbClr val="000000"/>
                </a:solidFill>
                <a:latin typeface="Courier" pitchFamily="49" charset="0"/>
              </a:rPr>
              <a:t>public static void main(String </a:t>
            </a:r>
            <a:r>
              <a:rPr lang="en-US" altLang="en-US" sz="2000" dirty="0" err="1">
                <a:solidFill>
                  <a:srgbClr val="000000"/>
                </a:solidFill>
                <a:latin typeface="Courier" pitchFamily="49" charset="0"/>
              </a:rPr>
              <a:t>args</a:t>
            </a:r>
            <a:r>
              <a:rPr lang="en-US" altLang="en-US" sz="2000" dirty="0">
                <a:solidFill>
                  <a:srgbClr val="000000"/>
                </a:solidFill>
                <a:latin typeface="Courier" pitchFamily="49" charset="0"/>
              </a:rPr>
              <a:t>[]){		</a:t>
            </a:r>
            <a:r>
              <a:rPr lang="en-US" altLang="en-US" sz="2000" dirty="0" err="1">
                <a:solidFill>
                  <a:srgbClr val="000000"/>
                </a:solidFill>
                <a:latin typeface="Courier" pitchFamily="49" charset="0"/>
              </a:rPr>
              <a:t>System.out.println</a:t>
            </a:r>
            <a:r>
              <a:rPr lang="en-US" altLang="en-US" sz="2000" dirty="0">
                <a:solidFill>
                  <a:srgbClr val="000000"/>
                </a:solidFill>
                <a:latin typeface="Courier" pitchFamily="49" charset="0"/>
              </a:rPr>
              <a:t>("Welcome to JAVA");</a:t>
            </a:r>
          </a:p>
          <a:p>
            <a:pPr algn="just">
              <a:spcBef>
                <a:spcPts val="800"/>
              </a:spcBef>
              <a:buSzPct val="75000"/>
              <a:buFont typeface="Monotype Sorts" charset="2"/>
              <a:buNone/>
            </a:pPr>
            <a:r>
              <a:rPr lang="en-US" altLang="en-US" sz="2000" dirty="0">
                <a:solidFill>
                  <a:srgbClr val="000000"/>
                </a:solidFill>
                <a:latin typeface="Courier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122572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1" name="Text Box 2"/>
          <p:cNvSpPr txBox="1">
            <a:spLocks noChangeArrowheads="1"/>
          </p:cNvSpPr>
          <p:nvPr/>
        </p:nvSpPr>
        <p:spPr bwMode="auto">
          <a:xfrm>
            <a:off x="685800" y="0"/>
            <a:ext cx="7772400" cy="142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4000" dirty="0">
                <a:solidFill>
                  <a:srgbClr val="000000"/>
                </a:solidFill>
                <a:latin typeface="+mj-lt"/>
              </a:rPr>
              <a:t>Block Styles</a:t>
            </a:r>
          </a:p>
        </p:txBody>
      </p:sp>
      <p:graphicFrame>
        <p:nvGraphicFramePr>
          <p:cNvPr id="140294" name="Object 5"/>
          <p:cNvGraphicFramePr>
            <a:graphicFrameLocks noChangeAspect="1"/>
          </p:cNvGraphicFramePr>
          <p:nvPr/>
        </p:nvGraphicFramePr>
        <p:xfrm>
          <a:off x="457200" y="2362200"/>
          <a:ext cx="8229600" cy="3776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866568" imgH="1866568" progId="">
                  <p:embed/>
                </p:oleObj>
              </mc:Choice>
              <mc:Fallback>
                <p:oleObj r:id="rId3" imgW="1866568" imgH="1866568" progId="">
                  <p:embed/>
                  <p:pic>
                    <p:nvPicPr>
                      <p:cNvPr id="14029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362200"/>
                        <a:ext cx="8229600" cy="3776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/>
        </p:nvSpPr>
        <p:spPr>
          <a:xfrm>
            <a:off x="381000" y="1143000"/>
            <a:ext cx="8382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A block is a group of statements surrounded by braces. There are two popular styles, </a:t>
            </a:r>
            <a:r>
              <a:rPr lang="en-US" sz="2000" b="1" dirty="0"/>
              <a:t>next-line style </a:t>
            </a:r>
            <a:r>
              <a:rPr lang="en-US" sz="2000" dirty="0"/>
              <a:t>and </a:t>
            </a:r>
            <a:r>
              <a:rPr lang="en-US" sz="2000" b="1" dirty="0"/>
              <a:t>end-of-line style</a:t>
            </a:r>
          </a:p>
        </p:txBody>
      </p:sp>
    </p:spTree>
    <p:extLst>
      <p:ext uri="{BB962C8B-B14F-4D97-AF65-F5344CB8AC3E}">
        <p14:creationId xmlns:p14="http://schemas.microsoft.com/office/powerpoint/2010/main" val="27623059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2346" name="Rectangle 14234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348" name="Rectangle 142347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350" name="Rectangle 142349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352" name="Rectangle 142351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2354" name="Freeform: Shape 142353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2356" name="Rectangle 142355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339" name="Text Box 2"/>
          <p:cNvSpPr txBox="1">
            <a:spLocks noChangeArrowheads="1"/>
          </p:cNvSpPr>
          <p:nvPr/>
        </p:nvSpPr>
        <p:spPr bwMode="auto">
          <a:xfrm>
            <a:off x="76200" y="1683756"/>
            <a:ext cx="2700107" cy="239635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b">
            <a:normAutofit/>
          </a:bodyPr>
          <a:lstStyle>
            <a:lvl1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lang="en-US" alt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Programming Errors</a:t>
            </a:r>
          </a:p>
        </p:txBody>
      </p:sp>
      <p:graphicFrame>
        <p:nvGraphicFramePr>
          <p:cNvPr id="142342" name="Text Box 3">
            <a:extLst>
              <a:ext uri="{FF2B5EF4-FFF2-40B4-BE49-F238E27FC236}">
                <a16:creationId xmlns:a16="http://schemas.microsoft.com/office/drawing/2014/main" id="{20B56C94-ECF8-40CF-DD13-1CDA571F58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9990133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768606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Common errors</a:t>
            </a:r>
          </a:p>
        </p:txBody>
      </p:sp>
      <p:graphicFrame>
        <p:nvGraphicFramePr>
          <p:cNvPr id="33" name="Content Placeholder 2">
            <a:extLst>
              <a:ext uri="{FF2B5EF4-FFF2-40B4-BE49-F238E27FC236}">
                <a16:creationId xmlns:a16="http://schemas.microsoft.com/office/drawing/2014/main" id="{7EA8761D-A1C2-6D7B-4058-1F420D21AD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884708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43642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Identify and fix the errors in the following code:</a:t>
            </a:r>
          </a:p>
          <a:p>
            <a:pPr marL="0" indent="0">
              <a:buNone/>
            </a:pPr>
            <a:r>
              <a:rPr lang="en-US" sz="2800" dirty="0">
                <a:latin typeface="Courier" pitchFamily="49" charset="0"/>
              </a:rPr>
              <a:t>public class Welcome {</a:t>
            </a:r>
          </a:p>
          <a:p>
            <a:pPr marL="0" indent="0">
              <a:buNone/>
            </a:pPr>
            <a:r>
              <a:rPr lang="en-US" sz="2800" dirty="0">
                <a:latin typeface="Courier" pitchFamily="49" charset="0"/>
              </a:rPr>
              <a:t>   public void Main(String[] </a:t>
            </a:r>
            <a:r>
              <a:rPr lang="en-US" sz="2800" dirty="0" err="1">
                <a:latin typeface="Courier" pitchFamily="49" charset="0"/>
              </a:rPr>
              <a:t>args</a:t>
            </a:r>
            <a:r>
              <a:rPr lang="en-US" sz="2800" dirty="0">
                <a:latin typeface="Courier" pitchFamily="49" charset="0"/>
              </a:rPr>
              <a:t>) {</a:t>
            </a:r>
          </a:p>
          <a:p>
            <a:pPr marL="0" indent="0">
              <a:buNone/>
            </a:pPr>
            <a:r>
              <a:rPr lang="en-US" sz="2800" dirty="0">
                <a:latin typeface="Courier" pitchFamily="49" charset="0"/>
              </a:rPr>
              <a:t>       </a:t>
            </a:r>
            <a:r>
              <a:rPr lang="en-US" sz="2800" dirty="0" err="1">
                <a:latin typeface="Courier" pitchFamily="49" charset="0"/>
              </a:rPr>
              <a:t>System.out.println</a:t>
            </a:r>
            <a:r>
              <a:rPr lang="en-US" sz="2800" dirty="0">
                <a:latin typeface="Courier" pitchFamily="49" charset="0"/>
              </a:rPr>
              <a:t>('Welcome to Java!);</a:t>
            </a:r>
          </a:p>
          <a:p>
            <a:pPr marL="0" indent="0">
              <a:buNone/>
            </a:pPr>
            <a:r>
              <a:rPr lang="en-US" sz="2800" dirty="0">
                <a:latin typeface="Courier" pitchFamily="49" charset="0"/>
              </a:rPr>
              <a:t>   </a:t>
            </a:r>
          </a:p>
          <a:p>
            <a:pPr marL="0" indent="0">
              <a:buNone/>
            </a:pPr>
            <a:r>
              <a:rPr lang="en-US" sz="2800" dirty="0">
                <a:latin typeface="Courier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538128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Activity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Write a program that displays Welcome to Java five times.</a:t>
            </a:r>
          </a:p>
          <a:p>
            <a:r>
              <a:rPr lang="en-US"/>
              <a:t>Write a program that displays the following pattern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1873" y="3880833"/>
            <a:ext cx="3789947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51717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program that produces the following output: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676525"/>
            <a:ext cx="4343400" cy="1345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1527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5409" y="1011045"/>
            <a:ext cx="3277394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4A06B9-3409-BC93-701D-F1B32B43F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619" y="1112969"/>
            <a:ext cx="2952974" cy="4166010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Basic Steps of Programming in Java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-1"/>
            <a:ext cx="130305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19805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F1BEB5F-78C6-8573-2C4A-EBB4D35F57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28435" y="820880"/>
            <a:ext cx="4715565" cy="59609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Variable Declaration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Defining a variable’s type and name.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 int num;</a:t>
            </a:r>
          </a:p>
          <a:p>
            <a:pPr marL="0" indent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Variable Initialization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Assigning an initial value.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 int num = 10;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Input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Taking user input using Scanner.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 Scanner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new Scanner(System.in); 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 num =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sc.nextInt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Processing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Performing operations on data.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 int sum = num1 + num2;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 Output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Displaying results using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("Sum: " + sum);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161135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63731" y="5717905"/>
            <a:ext cx="1328706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6258755"/>
            <a:ext cx="1174455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7255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5409" y="1011045"/>
            <a:ext cx="3277394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75D668-C1CF-748C-A69F-917DC83A6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619" y="1112969"/>
            <a:ext cx="2952974" cy="4166010"/>
          </a:xfrm>
        </p:spPr>
        <p:txBody>
          <a:bodyPr>
            <a:normAutofit/>
          </a:bodyPr>
          <a:lstStyle/>
          <a:p>
            <a:r>
              <a:rPr lang="en-US" sz="3400" dirty="0">
                <a:solidFill>
                  <a:srgbClr val="FFFFFF"/>
                </a:solidFill>
              </a:rPr>
              <a:t>Java Program Demonstrating Basic Steps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-1"/>
            <a:ext cx="130305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19805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3C35B-3582-7848-2A58-16C80DD61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3032" y="479766"/>
            <a:ext cx="4658682" cy="6302033"/>
          </a:xfrm>
        </p:spPr>
        <p:txBody>
          <a:bodyPr anchor="t">
            <a:normAutofit fontScale="92500" lnSpcReduction="2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import </a:t>
            </a:r>
            <a:r>
              <a:rPr lang="en-US" sz="1800" dirty="0" err="1"/>
              <a:t>java.util.Scanner</a:t>
            </a:r>
            <a:r>
              <a:rPr lang="en-US" sz="1800" dirty="0"/>
              <a:t>;</a:t>
            </a:r>
          </a:p>
          <a:p>
            <a:pPr marL="0" indent="0">
              <a:lnSpc>
                <a:spcPct val="90000"/>
              </a:lnSpc>
              <a:buNone/>
            </a:pPr>
            <a:endParaRPr lang="en-US" sz="18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public class </a:t>
            </a:r>
            <a:r>
              <a:rPr lang="en-US" sz="1800" dirty="0" err="1"/>
              <a:t>CircleAreaCalculator</a:t>
            </a:r>
            <a:r>
              <a:rPr lang="en-US" sz="1800" dirty="0"/>
              <a:t> {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    public static void main(String[] </a:t>
            </a:r>
            <a:r>
              <a:rPr lang="en-US" sz="1800" dirty="0" err="1"/>
              <a:t>args</a:t>
            </a:r>
            <a:r>
              <a:rPr lang="en-US" sz="1800" dirty="0"/>
              <a:t>) {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       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b="1" dirty="0"/>
              <a:t>// 1. Variable Declaration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        double radius, area;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        final double PI = 3.14159; // Constant value for </a:t>
            </a:r>
            <a:r>
              <a:rPr lang="el-GR" sz="1800" dirty="0"/>
              <a:t>π</a:t>
            </a:r>
          </a:p>
          <a:p>
            <a:pPr marL="0" indent="0">
              <a:lnSpc>
                <a:spcPct val="90000"/>
              </a:lnSpc>
              <a:buNone/>
            </a:pPr>
            <a:endParaRPr lang="el-GR" sz="1800" dirty="0"/>
          </a:p>
          <a:p>
            <a:pPr marL="0" indent="0">
              <a:lnSpc>
                <a:spcPct val="90000"/>
              </a:lnSpc>
              <a:buNone/>
            </a:pPr>
            <a:r>
              <a:rPr lang="el-GR" sz="1800" b="1" dirty="0"/>
              <a:t>// 2. </a:t>
            </a:r>
            <a:r>
              <a:rPr lang="en-US" sz="1800" b="1" dirty="0"/>
              <a:t>Input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        Scanner </a:t>
            </a:r>
            <a:r>
              <a:rPr lang="en-US" sz="1800" dirty="0" err="1"/>
              <a:t>sc</a:t>
            </a:r>
            <a:r>
              <a:rPr lang="en-US" sz="1800" dirty="0"/>
              <a:t> = new Scanner(System.in);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        </a:t>
            </a:r>
            <a:r>
              <a:rPr lang="en-US" sz="1800" dirty="0" err="1"/>
              <a:t>System.out.print</a:t>
            </a:r>
            <a:r>
              <a:rPr lang="en-US" sz="1800" dirty="0"/>
              <a:t>("Enter the radius of the circle: ");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        radius = </a:t>
            </a:r>
            <a:r>
              <a:rPr lang="en-US" sz="1800" dirty="0" err="1"/>
              <a:t>sc.nextDouble</a:t>
            </a:r>
            <a:r>
              <a:rPr lang="en-US" sz="1800" dirty="0"/>
              <a:t>(); // Taking user input</a:t>
            </a:r>
          </a:p>
          <a:p>
            <a:pPr marL="0" indent="0">
              <a:lnSpc>
                <a:spcPct val="90000"/>
              </a:lnSpc>
              <a:buNone/>
            </a:pPr>
            <a:endParaRPr lang="en-US" sz="18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800" b="1" dirty="0"/>
              <a:t>// 3. Processing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        area = PI * radius * radius; // Calculating the area</a:t>
            </a:r>
          </a:p>
          <a:p>
            <a:pPr marL="0" indent="0">
              <a:lnSpc>
                <a:spcPct val="90000"/>
              </a:lnSpc>
              <a:buNone/>
            </a:pPr>
            <a:endParaRPr lang="en-US" sz="18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800" b="1" dirty="0"/>
              <a:t>// 4. Output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        </a:t>
            </a:r>
            <a:r>
              <a:rPr lang="en-US" sz="1800" dirty="0" err="1"/>
              <a:t>System.out.println</a:t>
            </a:r>
            <a:r>
              <a:rPr lang="en-US" sz="1800" dirty="0"/>
              <a:t>("The area of the circle is: " + area);</a:t>
            </a:r>
          </a:p>
          <a:p>
            <a:pPr marL="0" indent="0">
              <a:lnSpc>
                <a:spcPct val="90000"/>
              </a:lnSpc>
              <a:buNone/>
            </a:pPr>
            <a:endParaRPr lang="en-US" sz="18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        </a:t>
            </a:r>
            <a:r>
              <a:rPr lang="en-US" sz="1800" dirty="0" err="1"/>
              <a:t>sc.close</a:t>
            </a:r>
            <a:r>
              <a:rPr lang="en-US" sz="1800" dirty="0"/>
              <a:t>(); // Closing the scanner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    }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}</a:t>
            </a:r>
          </a:p>
          <a:p>
            <a:pPr>
              <a:lnSpc>
                <a:spcPct val="90000"/>
              </a:lnSpc>
            </a:pPr>
            <a:endParaRPr lang="en-US" sz="100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161135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63731" y="5717905"/>
            <a:ext cx="1328706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6258755"/>
            <a:ext cx="1174455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4809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Summary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32ABD97-3CD6-5FEC-B3AF-4A8A4DFBFC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1181513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19205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11510</TotalTime>
  <Words>1364</Words>
  <Application>Microsoft Office PowerPoint</Application>
  <PresentationFormat>On-screen Show (4:3)</PresentationFormat>
  <Paragraphs>216</Paragraphs>
  <Slides>29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PowerPoint Presentation</vt:lpstr>
      <vt:lpstr>Lecture Outline</vt:lpstr>
      <vt:lpstr>Programming Language</vt:lpstr>
      <vt:lpstr>A Simple Java Program</vt:lpstr>
      <vt:lpstr>PowerPoint Presentation</vt:lpstr>
      <vt:lpstr>PowerPoint Presentation</vt:lpstr>
      <vt:lpstr>Main Method</vt:lpstr>
      <vt:lpstr>PowerPoint Presentation</vt:lpstr>
      <vt:lpstr>PowerPoint Presentation</vt:lpstr>
      <vt:lpstr>PowerPoint Presentation</vt:lpstr>
      <vt:lpstr>Java Tokens</vt:lpstr>
      <vt:lpstr>PowerPoint Presentation</vt:lpstr>
      <vt:lpstr>Word Symbols</vt:lpstr>
      <vt:lpstr>Identifiers</vt:lpstr>
      <vt:lpstr>Identifiers</vt:lpstr>
      <vt:lpstr>PowerPoint Presentation</vt:lpstr>
      <vt:lpstr>PowerPoint Presentation</vt:lpstr>
      <vt:lpstr>Naming Conventions</vt:lpstr>
      <vt:lpstr>Naming Conventions</vt:lpstr>
      <vt:lpstr>PowerPoint Presentation</vt:lpstr>
      <vt:lpstr>PowerPoint Presentation</vt:lpstr>
      <vt:lpstr>PowerPoint Presentation</vt:lpstr>
      <vt:lpstr>Common errors</vt:lpstr>
      <vt:lpstr>Activity</vt:lpstr>
      <vt:lpstr>Activity</vt:lpstr>
      <vt:lpstr>PowerPoint Presentation</vt:lpstr>
      <vt:lpstr>Basic Steps of Programming in Java</vt:lpstr>
      <vt:lpstr>Java Program Demonstrating Basic Steps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CSC103-Programming Fundamentals</dc:title>
  <dc:creator>Rizwan</dc:creator>
  <cp:lastModifiedBy>Khurram Iqbal</cp:lastModifiedBy>
  <cp:revision>48</cp:revision>
  <dcterms:created xsi:type="dcterms:W3CDTF">2006-08-16T00:00:00Z</dcterms:created>
  <dcterms:modified xsi:type="dcterms:W3CDTF">2026-02-26T17:17:48Z</dcterms:modified>
</cp:coreProperties>
</file>