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7"/>
  </p:notesMasterIdLst>
  <p:sldIdLst>
    <p:sldId id="306" r:id="rId2"/>
    <p:sldId id="339" r:id="rId3"/>
    <p:sldId id="321" r:id="rId4"/>
    <p:sldId id="322" r:id="rId5"/>
    <p:sldId id="323" r:id="rId6"/>
    <p:sldId id="324" r:id="rId7"/>
    <p:sldId id="325" r:id="rId8"/>
    <p:sldId id="326" r:id="rId9"/>
    <p:sldId id="327" r:id="rId10"/>
    <p:sldId id="328" r:id="rId11"/>
    <p:sldId id="343" r:id="rId12"/>
    <p:sldId id="329" r:id="rId13"/>
    <p:sldId id="342" r:id="rId14"/>
    <p:sldId id="330" r:id="rId15"/>
    <p:sldId id="341" r:id="rId16"/>
  </p:sldIdLst>
  <p:sldSz cx="12192000" cy="6858000"/>
  <p:notesSz cx="7102475" cy="10234613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DF48"/>
    <a:srgbClr val="0099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D0ABAF-7814-4A36-AED3-D8A897BF5608}" v="19" dt="2025-10-08T06:46:09.7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12"/>
  </p:normalViewPr>
  <p:slideViewPr>
    <p:cSldViewPr>
      <p:cViewPr varScale="1">
        <p:scale>
          <a:sx n="60" d="100"/>
          <a:sy n="60" d="100"/>
        </p:scale>
        <p:origin x="884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rram Iqbal" userId="af32904b-6c78-4cff-8330-5f3a20d540de" providerId="ADAL" clId="{66A0FA1A-D85E-4C58-8269-D269B26C7570}"/>
    <pc:docChg chg="custSel addSld modSld">
      <pc:chgData name="Khurram Iqbal" userId="af32904b-6c78-4cff-8330-5f3a20d540de" providerId="ADAL" clId="{66A0FA1A-D85E-4C58-8269-D269B26C7570}" dt="2025-10-08T06:46:09.705" v="21" actId="1035"/>
      <pc:docMkLst>
        <pc:docMk/>
      </pc:docMkLst>
      <pc:sldChg chg="addSp delSp modSp mod">
        <pc:chgData name="Khurram Iqbal" userId="af32904b-6c78-4cff-8330-5f3a20d540de" providerId="ADAL" clId="{66A0FA1A-D85E-4C58-8269-D269B26C7570}" dt="2025-10-08T06:30:09.656" v="4" actId="21"/>
        <pc:sldMkLst>
          <pc:docMk/>
          <pc:sldMk cId="335356414" sldId="329"/>
        </pc:sldMkLst>
        <pc:graphicFrameChg chg="mod">
          <ac:chgData name="Khurram Iqbal" userId="af32904b-6c78-4cff-8330-5f3a20d540de" providerId="ADAL" clId="{66A0FA1A-D85E-4C58-8269-D269B26C7570}" dt="2025-10-08T06:28:12.438" v="1" actId="1035"/>
          <ac:graphicFrameMkLst>
            <pc:docMk/>
            <pc:sldMk cId="335356414" sldId="329"/>
            <ac:graphicFrameMk id="53256" creationId="{00000000-0000-0000-0000-000000000000}"/>
          </ac:graphicFrameMkLst>
        </pc:graphicFrameChg>
        <pc:picChg chg="add del">
          <ac:chgData name="Khurram Iqbal" userId="af32904b-6c78-4cff-8330-5f3a20d540de" providerId="ADAL" clId="{66A0FA1A-D85E-4C58-8269-D269B26C7570}" dt="2025-10-08T06:30:09.656" v="4" actId="21"/>
          <ac:picMkLst>
            <pc:docMk/>
            <pc:sldMk cId="335356414" sldId="329"/>
            <ac:picMk id="1026" creationId="{68940473-D3BE-A710-4A76-5379B467EDB9}"/>
          </ac:picMkLst>
        </pc:picChg>
      </pc:sldChg>
      <pc:sldChg chg="addSp delSp modSp new mod setBg modClrScheme chgLayout">
        <pc:chgData name="Khurram Iqbal" userId="af32904b-6c78-4cff-8330-5f3a20d540de" providerId="ADAL" clId="{66A0FA1A-D85E-4C58-8269-D269B26C7570}" dt="2025-10-08T06:46:09.705" v="21" actId="1035"/>
        <pc:sldMkLst>
          <pc:docMk/>
          <pc:sldMk cId="972040341" sldId="342"/>
        </pc:sldMkLst>
        <pc:spChg chg="del">
          <ac:chgData name="Khurram Iqbal" userId="af32904b-6c78-4cff-8330-5f3a20d540de" providerId="ADAL" clId="{66A0FA1A-D85E-4C58-8269-D269B26C7570}" dt="2025-10-08T06:30:34.101" v="5" actId="700"/>
          <ac:spMkLst>
            <pc:docMk/>
            <pc:sldMk cId="972040341" sldId="342"/>
            <ac:spMk id="2" creationId="{B6BB425E-DE16-7913-2E6B-B6578E933BD9}"/>
          </ac:spMkLst>
        </pc:spChg>
        <pc:spChg chg="del">
          <ac:chgData name="Khurram Iqbal" userId="af32904b-6c78-4cff-8330-5f3a20d540de" providerId="ADAL" clId="{66A0FA1A-D85E-4C58-8269-D269B26C7570}" dt="2025-10-08T06:30:34.101" v="5" actId="700"/>
          <ac:spMkLst>
            <pc:docMk/>
            <pc:sldMk cId="972040341" sldId="342"/>
            <ac:spMk id="3" creationId="{DEC45B15-C9AE-60C3-A210-BE162C28028F}"/>
          </ac:spMkLst>
        </pc:spChg>
        <pc:spChg chg="mod ord">
          <ac:chgData name="Khurram Iqbal" userId="af32904b-6c78-4cff-8330-5f3a20d540de" providerId="ADAL" clId="{66A0FA1A-D85E-4C58-8269-D269B26C7570}" dt="2025-10-08T06:32:41.575" v="17" actId="26606"/>
          <ac:spMkLst>
            <pc:docMk/>
            <pc:sldMk cId="972040341" sldId="342"/>
            <ac:spMk id="4" creationId="{EDDB64AB-80A7-6314-DBB7-F057C327A64E}"/>
          </ac:spMkLst>
        </pc:spChg>
        <pc:spChg chg="add">
          <ac:chgData name="Khurram Iqbal" userId="af32904b-6c78-4cff-8330-5f3a20d540de" providerId="ADAL" clId="{66A0FA1A-D85E-4C58-8269-D269B26C7570}" dt="2025-10-08T06:32:41.575" v="17" actId="26606"/>
          <ac:spMkLst>
            <pc:docMk/>
            <pc:sldMk cId="972040341" sldId="342"/>
            <ac:spMk id="1031" creationId="{F3060C83-F051-4F0E-ABAD-AA0DFC48B218}"/>
          </ac:spMkLst>
        </pc:spChg>
        <pc:spChg chg="add">
          <ac:chgData name="Khurram Iqbal" userId="af32904b-6c78-4cff-8330-5f3a20d540de" providerId="ADAL" clId="{66A0FA1A-D85E-4C58-8269-D269B26C7570}" dt="2025-10-08T06:32:41.575" v="17" actId="26606"/>
          <ac:spMkLst>
            <pc:docMk/>
            <pc:sldMk cId="972040341" sldId="342"/>
            <ac:spMk id="1033" creationId="{83C98ABE-055B-441F-B07E-44F97F083C39}"/>
          </ac:spMkLst>
        </pc:spChg>
        <pc:spChg chg="add">
          <ac:chgData name="Khurram Iqbal" userId="af32904b-6c78-4cff-8330-5f3a20d540de" providerId="ADAL" clId="{66A0FA1A-D85E-4C58-8269-D269B26C7570}" dt="2025-10-08T06:32:41.575" v="17" actId="26606"/>
          <ac:spMkLst>
            <pc:docMk/>
            <pc:sldMk cId="972040341" sldId="342"/>
            <ac:spMk id="1035" creationId="{29FDB030-9B49-4CED-8CCD-4D99382388AC}"/>
          </ac:spMkLst>
        </pc:spChg>
        <pc:spChg chg="add">
          <ac:chgData name="Khurram Iqbal" userId="af32904b-6c78-4cff-8330-5f3a20d540de" providerId="ADAL" clId="{66A0FA1A-D85E-4C58-8269-D269B26C7570}" dt="2025-10-08T06:32:41.575" v="17" actId="26606"/>
          <ac:spMkLst>
            <pc:docMk/>
            <pc:sldMk cId="972040341" sldId="342"/>
            <ac:spMk id="1037" creationId="{3783CA14-24A1-485C-8B30-D6A5D87987AD}"/>
          </ac:spMkLst>
        </pc:spChg>
        <pc:spChg chg="add">
          <ac:chgData name="Khurram Iqbal" userId="af32904b-6c78-4cff-8330-5f3a20d540de" providerId="ADAL" clId="{66A0FA1A-D85E-4C58-8269-D269B26C7570}" dt="2025-10-08T06:32:41.575" v="17" actId="26606"/>
          <ac:spMkLst>
            <pc:docMk/>
            <pc:sldMk cId="972040341" sldId="342"/>
            <ac:spMk id="1039" creationId="{9A97C86A-04D6-40F7-AE84-31AB43E6A846}"/>
          </ac:spMkLst>
        </pc:spChg>
        <pc:spChg chg="add">
          <ac:chgData name="Khurram Iqbal" userId="af32904b-6c78-4cff-8330-5f3a20d540de" providerId="ADAL" clId="{66A0FA1A-D85E-4C58-8269-D269B26C7570}" dt="2025-10-08T06:32:41.575" v="17" actId="26606"/>
          <ac:spMkLst>
            <pc:docMk/>
            <pc:sldMk cId="972040341" sldId="342"/>
            <ac:spMk id="1041" creationId="{FF9F2414-84E8-453E-B1F3-389FDE8192D9}"/>
          </ac:spMkLst>
        </pc:spChg>
        <pc:spChg chg="add">
          <ac:chgData name="Khurram Iqbal" userId="af32904b-6c78-4cff-8330-5f3a20d540de" providerId="ADAL" clId="{66A0FA1A-D85E-4C58-8269-D269B26C7570}" dt="2025-10-08T06:32:41.575" v="17" actId="26606"/>
          <ac:spMkLst>
            <pc:docMk/>
            <pc:sldMk cId="972040341" sldId="342"/>
            <ac:spMk id="1043" creationId="{3ECA69A1-7536-43AC-85EF-C7106179F5ED}"/>
          </ac:spMkLst>
        </pc:spChg>
        <pc:picChg chg="add mod">
          <ac:chgData name="Khurram Iqbal" userId="af32904b-6c78-4cff-8330-5f3a20d540de" providerId="ADAL" clId="{66A0FA1A-D85E-4C58-8269-D269B26C7570}" dt="2025-10-08T06:46:09.705" v="21" actId="1035"/>
          <ac:picMkLst>
            <pc:docMk/>
            <pc:sldMk cId="972040341" sldId="342"/>
            <ac:picMk id="1026" creationId="{68940473-D3BE-A710-4A76-5379B467EDB9}"/>
          </ac:picMkLst>
        </pc:picChg>
      </pc:sldChg>
      <pc:sldChg chg="addSp delSp modSp new mod setBg modClrScheme chgLayout">
        <pc:chgData name="Khurram Iqbal" userId="af32904b-6c78-4cff-8330-5f3a20d540de" providerId="ADAL" clId="{66A0FA1A-D85E-4C58-8269-D269B26C7570}" dt="2025-10-08T06:32:30.488" v="16" actId="26606"/>
        <pc:sldMkLst>
          <pc:docMk/>
          <pc:sldMk cId="1252145581" sldId="343"/>
        </pc:sldMkLst>
        <pc:spChg chg="del">
          <ac:chgData name="Khurram Iqbal" userId="af32904b-6c78-4cff-8330-5f3a20d540de" providerId="ADAL" clId="{66A0FA1A-D85E-4C58-8269-D269B26C7570}" dt="2025-10-08T06:32:18.205" v="12" actId="700"/>
          <ac:spMkLst>
            <pc:docMk/>
            <pc:sldMk cId="1252145581" sldId="343"/>
            <ac:spMk id="2" creationId="{1E7152C1-F7A1-059D-C58C-912EFE911DCF}"/>
          </ac:spMkLst>
        </pc:spChg>
        <pc:spChg chg="del">
          <ac:chgData name="Khurram Iqbal" userId="af32904b-6c78-4cff-8330-5f3a20d540de" providerId="ADAL" clId="{66A0FA1A-D85E-4C58-8269-D269B26C7570}" dt="2025-10-08T06:32:18.205" v="12" actId="700"/>
          <ac:spMkLst>
            <pc:docMk/>
            <pc:sldMk cId="1252145581" sldId="343"/>
            <ac:spMk id="3" creationId="{0C399FF3-438E-CE54-0E16-53FA24999EC0}"/>
          </ac:spMkLst>
        </pc:spChg>
        <pc:spChg chg="mod ord">
          <ac:chgData name="Khurram Iqbal" userId="af32904b-6c78-4cff-8330-5f3a20d540de" providerId="ADAL" clId="{66A0FA1A-D85E-4C58-8269-D269B26C7570}" dt="2025-10-08T06:32:30.488" v="16" actId="26606"/>
          <ac:spMkLst>
            <pc:docMk/>
            <pc:sldMk cId="1252145581" sldId="343"/>
            <ac:spMk id="4" creationId="{B83A3AA2-8BD6-0B3A-DC46-E065967CAD3B}"/>
          </ac:spMkLst>
        </pc:spChg>
        <pc:spChg chg="add">
          <ac:chgData name="Khurram Iqbal" userId="af32904b-6c78-4cff-8330-5f3a20d540de" providerId="ADAL" clId="{66A0FA1A-D85E-4C58-8269-D269B26C7570}" dt="2025-10-08T06:32:30.488" v="16" actId="26606"/>
          <ac:spMkLst>
            <pc:docMk/>
            <pc:sldMk cId="1252145581" sldId="343"/>
            <ac:spMk id="2055" creationId="{F3060C83-F051-4F0E-ABAD-AA0DFC48B218}"/>
          </ac:spMkLst>
        </pc:spChg>
        <pc:spChg chg="add">
          <ac:chgData name="Khurram Iqbal" userId="af32904b-6c78-4cff-8330-5f3a20d540de" providerId="ADAL" clId="{66A0FA1A-D85E-4C58-8269-D269B26C7570}" dt="2025-10-08T06:32:30.488" v="16" actId="26606"/>
          <ac:spMkLst>
            <pc:docMk/>
            <pc:sldMk cId="1252145581" sldId="343"/>
            <ac:spMk id="2057" creationId="{83C98ABE-055B-441F-B07E-44F97F083C39}"/>
          </ac:spMkLst>
        </pc:spChg>
        <pc:spChg chg="add">
          <ac:chgData name="Khurram Iqbal" userId="af32904b-6c78-4cff-8330-5f3a20d540de" providerId="ADAL" clId="{66A0FA1A-D85E-4C58-8269-D269B26C7570}" dt="2025-10-08T06:32:30.488" v="16" actId="26606"/>
          <ac:spMkLst>
            <pc:docMk/>
            <pc:sldMk cId="1252145581" sldId="343"/>
            <ac:spMk id="2059" creationId="{29FDB030-9B49-4CED-8CCD-4D99382388AC}"/>
          </ac:spMkLst>
        </pc:spChg>
        <pc:spChg chg="add">
          <ac:chgData name="Khurram Iqbal" userId="af32904b-6c78-4cff-8330-5f3a20d540de" providerId="ADAL" clId="{66A0FA1A-D85E-4C58-8269-D269B26C7570}" dt="2025-10-08T06:32:30.488" v="16" actId="26606"/>
          <ac:spMkLst>
            <pc:docMk/>
            <pc:sldMk cId="1252145581" sldId="343"/>
            <ac:spMk id="2061" creationId="{3783CA14-24A1-485C-8B30-D6A5D87987AD}"/>
          </ac:spMkLst>
        </pc:spChg>
        <pc:spChg chg="add">
          <ac:chgData name="Khurram Iqbal" userId="af32904b-6c78-4cff-8330-5f3a20d540de" providerId="ADAL" clId="{66A0FA1A-D85E-4C58-8269-D269B26C7570}" dt="2025-10-08T06:32:30.488" v="16" actId="26606"/>
          <ac:spMkLst>
            <pc:docMk/>
            <pc:sldMk cId="1252145581" sldId="343"/>
            <ac:spMk id="2063" creationId="{9A97C86A-04D6-40F7-AE84-31AB43E6A846}"/>
          </ac:spMkLst>
        </pc:spChg>
        <pc:spChg chg="add">
          <ac:chgData name="Khurram Iqbal" userId="af32904b-6c78-4cff-8330-5f3a20d540de" providerId="ADAL" clId="{66A0FA1A-D85E-4C58-8269-D269B26C7570}" dt="2025-10-08T06:32:30.488" v="16" actId="26606"/>
          <ac:spMkLst>
            <pc:docMk/>
            <pc:sldMk cId="1252145581" sldId="343"/>
            <ac:spMk id="2065" creationId="{FF9F2414-84E8-453E-B1F3-389FDE8192D9}"/>
          </ac:spMkLst>
        </pc:spChg>
        <pc:spChg chg="add">
          <ac:chgData name="Khurram Iqbal" userId="af32904b-6c78-4cff-8330-5f3a20d540de" providerId="ADAL" clId="{66A0FA1A-D85E-4C58-8269-D269B26C7570}" dt="2025-10-08T06:32:30.488" v="16" actId="26606"/>
          <ac:spMkLst>
            <pc:docMk/>
            <pc:sldMk cId="1252145581" sldId="343"/>
            <ac:spMk id="2067" creationId="{3ECA69A1-7536-43AC-85EF-C7106179F5ED}"/>
          </ac:spMkLst>
        </pc:spChg>
        <pc:picChg chg="add mod">
          <ac:chgData name="Khurram Iqbal" userId="af32904b-6c78-4cff-8330-5f3a20d540de" providerId="ADAL" clId="{66A0FA1A-D85E-4C58-8269-D269B26C7570}" dt="2025-10-08T06:32:30.488" v="16" actId="26606"/>
          <ac:picMkLst>
            <pc:docMk/>
            <pc:sldMk cId="1252145581" sldId="343"/>
            <ac:picMk id="2050" creationId="{B1D5BF32-89AF-6439-4E9E-E4565316F68E}"/>
          </ac:picMkLst>
        </pc:picChg>
      </pc:sldChg>
    </pc:docChg>
  </pc:docChgLst>
  <pc:docChgLst>
    <pc:chgData name="Khurram Iqbal" userId="af32904b-6c78-4cff-8330-5f3a20d540de" providerId="ADAL" clId="{8CD0ABAF-7814-4A36-AED3-D8A897BF5608}"/>
    <pc:docChg chg="custSel addSld delSld modSld">
      <pc:chgData name="Khurram Iqbal" userId="af32904b-6c78-4cff-8330-5f3a20d540de" providerId="ADAL" clId="{8CD0ABAF-7814-4A36-AED3-D8A897BF5608}" dt="2025-03-17T03:40:37.290" v="59" actId="47"/>
      <pc:docMkLst>
        <pc:docMk/>
      </pc:docMkLst>
      <pc:sldChg chg="addSp modSp mod setBg">
        <pc:chgData name="Khurram Iqbal" userId="af32904b-6c78-4cff-8330-5f3a20d540de" providerId="ADAL" clId="{8CD0ABAF-7814-4A36-AED3-D8A897BF5608}" dt="2025-03-17T03:30:30.185" v="30" actId="26606"/>
        <pc:sldMkLst>
          <pc:docMk/>
          <pc:sldMk cId="0" sldId="306"/>
        </pc:sldMkLst>
      </pc:sldChg>
      <pc:sldChg chg="addSp modSp mod setBg">
        <pc:chgData name="Khurram Iqbal" userId="af32904b-6c78-4cff-8330-5f3a20d540de" providerId="ADAL" clId="{8CD0ABAF-7814-4A36-AED3-D8A897BF5608}" dt="2025-03-17T03:33:29.306" v="32" actId="26606"/>
        <pc:sldMkLst>
          <pc:docMk/>
          <pc:sldMk cId="1419033856" sldId="327"/>
        </pc:sldMkLst>
      </pc:sldChg>
      <pc:sldChg chg="addSp modSp mod setBg addAnim">
        <pc:chgData name="Khurram Iqbal" userId="af32904b-6c78-4cff-8330-5f3a20d540de" providerId="ADAL" clId="{8CD0ABAF-7814-4A36-AED3-D8A897BF5608}" dt="2025-03-17T03:40:18.446" v="58" actId="1076"/>
        <pc:sldMkLst>
          <pc:docMk/>
          <pc:sldMk cId="491129590" sldId="330"/>
        </pc:sldMkLst>
      </pc:sldChg>
      <pc:sldChg chg="addSp modSp mod setBg">
        <pc:chgData name="Khurram Iqbal" userId="af32904b-6c78-4cff-8330-5f3a20d540de" providerId="ADAL" clId="{8CD0ABAF-7814-4A36-AED3-D8A897BF5608}" dt="2025-03-17T03:30:38.650" v="31" actId="26606"/>
        <pc:sldMkLst>
          <pc:docMk/>
          <pc:sldMk cId="626843814" sldId="339"/>
        </pc:sldMkLst>
      </pc:sldChg>
      <pc:sldChg chg="addSp delSp modSp new del mod setBg">
        <pc:chgData name="Khurram Iqbal" userId="af32904b-6c78-4cff-8330-5f3a20d540de" providerId="ADAL" clId="{8CD0ABAF-7814-4A36-AED3-D8A897BF5608}" dt="2025-03-17T03:40:37.290" v="59" actId="47"/>
        <pc:sldMkLst>
          <pc:docMk/>
          <pc:sldMk cId="4218566144" sldId="340"/>
        </pc:sldMkLst>
      </pc:sldChg>
      <pc:sldChg chg="addSp modSp new mod">
        <pc:chgData name="Khurram Iqbal" userId="af32904b-6c78-4cff-8330-5f3a20d540de" providerId="ADAL" clId="{8CD0ABAF-7814-4A36-AED3-D8A897BF5608}" dt="2025-03-17T03:38:41.824" v="44" actId="1076"/>
        <pc:sldMkLst>
          <pc:docMk/>
          <pc:sldMk cId="1936214049" sldId="34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66" tIns="49533" rIns="99066" bIns="49533" numCol="1" anchor="t" anchorCtr="0" compatLnSpc="1">
            <a:prstTxWarp prst="textNoShape">
              <a:avLst/>
            </a:prstTxWarp>
          </a:bodyPr>
          <a:lstStyle>
            <a:lvl1pPr defTabSz="990600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8163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66" tIns="49533" rIns="99066" bIns="49533" numCol="1" anchor="t" anchorCtr="0" compatLnSpc="1">
            <a:prstTxWarp prst="textNoShape">
              <a:avLst/>
            </a:prstTxWarp>
          </a:bodyPr>
          <a:lstStyle>
            <a:lvl1pPr algn="r" defTabSz="990600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1288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3250" cy="4605338"/>
          </a:xfrm>
          <a:prstGeom prst="rect">
            <a:avLst/>
          </a:prstGeom>
          <a:noFill/>
          <a:ln>
            <a:noFill/>
          </a:ln>
        </p:spPr>
        <p:txBody>
          <a:bodyPr vert="horz" wrap="square" lIns="99066" tIns="49533" rIns="99066" bIns="4953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8163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66" tIns="49533" rIns="99066" bIns="49533" numCol="1" anchor="b" anchorCtr="0" compatLnSpc="1">
            <a:prstTxWarp prst="textNoShape">
              <a:avLst/>
            </a:prstTxWarp>
          </a:bodyPr>
          <a:lstStyle>
            <a:lvl1pPr defTabSz="990600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8163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66" tIns="49533" rIns="99066" bIns="49533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fld id="{A5CE024D-A8F9-4859-8A63-46A05E0654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36363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DE78C3-304B-4BBA-8DEF-13EC86C019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4747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2B3838-5DA3-401E-993B-20BED99F7C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5739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34424D-0358-4C61-8E8C-A95F7A119A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1767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C9108A-7B98-4A28-953D-0E845859884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3131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3530B-9530-4BC7-BFA9-5C4AD0EF12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916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317488-5CC3-423A-993A-C3A7E9093B9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3293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0D8F85-790C-468F-8B10-34236115AD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6039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754407-4C60-420B-861D-9C2A10BC975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9139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66DC00-4530-4866-AF8B-EEB46A606C6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0201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3CDAAA-C42A-4612-8078-26F1013984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7524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036AC4-FF49-43B4-AB4D-81CE0981BF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9365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132D1672-A002-4114-9637-30308C12409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2" name="Rectangle 3081">
            <a:extLst>
              <a:ext uri="{FF2B5EF4-FFF2-40B4-BE49-F238E27FC236}">
                <a16:creationId xmlns:a16="http://schemas.microsoft.com/office/drawing/2014/main" id="{A061BA2E-A388-41C5-B73A-B0FEB6B10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4" name="Rectangle 3083">
            <a:extLst>
              <a:ext uri="{FF2B5EF4-FFF2-40B4-BE49-F238E27FC236}">
                <a16:creationId xmlns:a16="http://schemas.microsoft.com/office/drawing/2014/main" id="{76E192A2-3ED3-4081-8A86-A22B51141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152902" y="-1181101"/>
            <a:ext cx="3886200" cy="12192001"/>
          </a:xfrm>
          <a:prstGeom prst="rect">
            <a:avLst/>
          </a:prstGeom>
          <a:gradFill>
            <a:gsLst>
              <a:gs pos="41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74" name="Title 1"/>
          <p:cNvSpPr>
            <a:spLocks noGrp="1" noChangeArrowheads="1"/>
          </p:cNvSpPr>
          <p:nvPr>
            <p:ph type="ctrTitle"/>
          </p:nvPr>
        </p:nvSpPr>
        <p:spPr>
          <a:xfrm>
            <a:off x="404553" y="3091928"/>
            <a:ext cx="9079991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altLang="en-US" sz="5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Repetition Statements (loops)</a:t>
            </a:r>
            <a:br>
              <a:rPr lang="en-US" altLang="en-US" sz="5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altLang="en-US" sz="56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86" name="Rectangle: Rounded Corners 3085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575039"/>
            <a:ext cx="97840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sp>
        <p:nvSpPr>
          <p:cNvPr id="3076" name="TextBox 6"/>
          <p:cNvSpPr txBox="1">
            <a:spLocks noChangeArrowheads="1"/>
          </p:cNvSpPr>
          <p:nvPr/>
        </p:nvSpPr>
        <p:spPr bwMode="auto">
          <a:xfrm>
            <a:off x="404552" y="5624945"/>
            <a:ext cx="9079992" cy="5929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9144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Instructor:  Khurram Iqbal</a:t>
            </a:r>
            <a:endParaRPr lang="en-US" altLang="en-US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75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9041199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914400">
              <a:spcAft>
                <a:spcPts val="600"/>
              </a:spcAft>
            </a:pPr>
            <a:fld id="{26961E04-CD45-4441-919D-F97B33B87E93}" type="slidenum">
              <a:rPr lang="en-US" altLang="en-US" sz="1200">
                <a:solidFill>
                  <a:schemeClr val="bg1"/>
                </a:solidFill>
                <a:latin typeface="+mn-lt"/>
              </a:rPr>
              <a:pPr defTabSz="914400">
                <a:spcAft>
                  <a:spcPts val="600"/>
                </a:spcAft>
              </a:pPr>
              <a:t>1</a:t>
            </a:fld>
            <a:endParaRPr lang="en-US" altLang="en-US" sz="12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077" name="TextBox 8"/>
          <p:cNvSpPr txBox="1">
            <a:spLocks noChangeArrowheads="1"/>
          </p:cNvSpPr>
          <p:nvPr/>
        </p:nvSpPr>
        <p:spPr bwMode="auto">
          <a:xfrm>
            <a:off x="2057400" y="1552575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Aft>
                <a:spcPts val="600"/>
              </a:spcAft>
            </a:pPr>
            <a:r>
              <a:rPr lang="en-US" altLang="en-US" sz="3600">
                <a:latin typeface="Arial" pitchFamily="34" charset="0"/>
              </a:rPr>
              <a:t> CSC103 – Programming Fundamentals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F4481CE-F21B-1CC1-C0C8-188B27301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Outline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AEB763-3B3A-0A58-E5C5-8757C99ED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/>
              <a:t>For Loop</a:t>
            </a:r>
          </a:p>
          <a:p>
            <a:r>
              <a:rPr lang="en-US" sz="2200" b="1">
                <a:latin typeface="Courier"/>
              </a:rPr>
              <a:t>break</a:t>
            </a:r>
            <a:r>
              <a:rPr lang="en-US" sz="2200"/>
              <a:t> and </a:t>
            </a:r>
            <a:r>
              <a:rPr lang="en-US" sz="2200" b="1">
                <a:latin typeface="Courier"/>
              </a:rPr>
              <a:t>continue</a:t>
            </a:r>
            <a:r>
              <a:rPr lang="en-US" sz="2200"/>
              <a:t> Statement</a:t>
            </a:r>
          </a:p>
          <a:p>
            <a:r>
              <a:rPr lang="en-US" sz="2200"/>
              <a:t>Nested Loops</a:t>
            </a:r>
          </a:p>
          <a:p>
            <a:endParaRPr lang="en-US" sz="22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7BB114-2792-3A13-57E4-BB9E6D8084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08" r="14790" b="2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CE0E0-ECD6-5A39-C2BD-CCFC2C95B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22B3838-5DA3-401E-993B-20BED99F7C58}" type="slidenum">
              <a:rPr lang="en-US" alt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843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B6C5CA01-F7CD-4F29-B1D2-1743C30B8CB6}" type="slidenum">
              <a:rPr lang="en-US" altLang="en-US" sz="1400"/>
              <a:pPr/>
              <a:t>3</a:t>
            </a:fld>
            <a:endParaRPr lang="en-US" altLang="en-US" sz="140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52400"/>
            <a:ext cx="10363200" cy="685800"/>
          </a:xfrm>
        </p:spPr>
        <p:txBody>
          <a:bodyPr/>
          <a:lstStyle/>
          <a:p>
            <a:r>
              <a:rPr lang="en-US" altLang="en-US" sz="4200" dirty="0">
                <a:latin typeface="Courier New" pitchFamily="49" charset="0"/>
              </a:rPr>
              <a:t>for</a:t>
            </a:r>
            <a:r>
              <a:rPr lang="en-US" altLang="en-US" dirty="0"/>
              <a:t> Loops</a:t>
            </a:r>
            <a:endParaRPr lang="en-US" altLang="en-US" b="1" dirty="0">
              <a:latin typeface="Book Antiqua" pitchFamily="18" charset="0"/>
            </a:endParaRP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893764"/>
            <a:ext cx="6477000" cy="2078037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400" dirty="0"/>
              <a:t>for (</a:t>
            </a:r>
            <a:r>
              <a:rPr lang="en-US" altLang="en-US" sz="2400" dirty="0">
                <a:solidFill>
                  <a:schemeClr val="accent2"/>
                </a:solidFill>
              </a:rPr>
              <a:t>initial-action</a:t>
            </a:r>
            <a:r>
              <a:rPr lang="en-US" altLang="en-US" sz="2400" dirty="0"/>
              <a:t>; </a:t>
            </a:r>
            <a:r>
              <a:rPr lang="en-US" altLang="en-US" sz="2400" dirty="0">
                <a:solidFill>
                  <a:srgbClr val="00B050"/>
                </a:solidFill>
              </a:rPr>
              <a:t>loop-continuation-condition</a:t>
            </a:r>
            <a:r>
              <a:rPr lang="en-US" altLang="en-US" sz="2400" dirty="0"/>
              <a:t>; </a:t>
            </a:r>
            <a:r>
              <a:rPr lang="en-US" altLang="en-US" sz="2400" dirty="0">
                <a:solidFill>
                  <a:schemeClr val="accent5"/>
                </a:solidFill>
              </a:rPr>
              <a:t>action-after-each-iteration</a:t>
            </a:r>
            <a:r>
              <a:rPr lang="en-US" altLang="en-US" sz="2400" dirty="0"/>
              <a:t>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400" dirty="0"/>
              <a:t>   // loop body;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400" dirty="0"/>
              <a:t>   Statement(s);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400" dirty="0"/>
              <a:t>}</a:t>
            </a: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2990851" y="1933575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26630" name="Rectangle 7"/>
          <p:cNvSpPr>
            <a:spLocks noChangeArrowheads="1"/>
          </p:cNvSpPr>
          <p:nvPr/>
        </p:nvSpPr>
        <p:spPr bwMode="auto">
          <a:xfrm>
            <a:off x="7772400" y="931863"/>
            <a:ext cx="41148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dirty="0" err="1"/>
              <a:t>int</a:t>
            </a:r>
            <a:r>
              <a:rPr lang="en-US" altLang="en-US" dirty="0"/>
              <a:t> i;</a:t>
            </a:r>
          </a:p>
          <a:p>
            <a:pPr marL="342900" indent="-342900"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dirty="0"/>
              <a:t>for (i = 0; i &lt; 100; i++) {	 </a:t>
            </a:r>
          </a:p>
          <a:p>
            <a:pPr marL="342900" indent="-342900"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dirty="0"/>
              <a:t>  </a:t>
            </a:r>
            <a:r>
              <a:rPr lang="en-US" altLang="en-US" dirty="0" err="1"/>
              <a:t>System.out.println</a:t>
            </a:r>
            <a:r>
              <a:rPr lang="en-US" altLang="en-US" dirty="0"/>
              <a:t>("Welcome to Java!"); </a:t>
            </a:r>
          </a:p>
          <a:p>
            <a:pPr marL="342900" indent="-342900"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dirty="0"/>
              <a:t>}</a:t>
            </a:r>
          </a:p>
        </p:txBody>
      </p:sp>
      <p:sp>
        <p:nvSpPr>
          <p:cNvPr id="26631" name="Rectangle 10"/>
          <p:cNvSpPr>
            <a:spLocks noChangeArrowheads="1"/>
          </p:cNvSpPr>
          <p:nvPr/>
        </p:nvSpPr>
        <p:spPr bwMode="auto">
          <a:xfrm>
            <a:off x="2990851" y="1933575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26632" name="Rectangle 12"/>
          <p:cNvSpPr>
            <a:spLocks noChangeArrowheads="1"/>
          </p:cNvSpPr>
          <p:nvPr/>
        </p:nvSpPr>
        <p:spPr bwMode="auto">
          <a:xfrm>
            <a:off x="2990851" y="1933575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pic>
        <p:nvPicPr>
          <p:cNvPr id="26633" name="Picture 1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228"/>
          <a:stretch/>
        </p:blipFill>
        <p:spPr bwMode="auto">
          <a:xfrm>
            <a:off x="306760" y="2743200"/>
            <a:ext cx="3126474" cy="4084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6634" name="Line 8"/>
          <p:cNvSpPr>
            <a:spLocks noChangeShapeType="1"/>
          </p:cNvSpPr>
          <p:nvPr/>
        </p:nvSpPr>
        <p:spPr bwMode="auto">
          <a:xfrm>
            <a:off x="9245600" y="1922463"/>
            <a:ext cx="0" cy="65615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5" name="Line 6"/>
          <p:cNvSpPr>
            <a:spLocks noChangeShapeType="1"/>
          </p:cNvSpPr>
          <p:nvPr/>
        </p:nvSpPr>
        <p:spPr bwMode="auto">
          <a:xfrm flipH="1">
            <a:off x="2362200" y="2244170"/>
            <a:ext cx="0" cy="66889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2" name="Picture 1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7379230" y="2628900"/>
            <a:ext cx="3415242" cy="394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9687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03C4A2F-2A70-416A-B35D-8DE6EFAB82DA}" type="slidenum">
              <a:rPr lang="en-US" altLang="en-US" sz="1400"/>
              <a:pPr/>
              <a:t>4</a:t>
            </a:fld>
            <a:endParaRPr lang="en-US" altLang="en-US" sz="140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422322" y="228600"/>
            <a:ext cx="10363200" cy="609600"/>
          </a:xfrm>
        </p:spPr>
        <p:txBody>
          <a:bodyPr/>
          <a:lstStyle/>
          <a:p>
            <a:r>
              <a:rPr lang="en-US" altLang="en-US"/>
              <a:t>Note</a:t>
            </a:r>
          </a:p>
        </p:txBody>
      </p:sp>
      <p:sp>
        <p:nvSpPr>
          <p:cNvPr id="37892" name="Text Box 3"/>
          <p:cNvSpPr txBox="1">
            <a:spLocks noChangeArrowheads="1"/>
          </p:cNvSpPr>
          <p:nvPr/>
        </p:nvSpPr>
        <p:spPr bwMode="auto">
          <a:xfrm>
            <a:off x="406400" y="990600"/>
            <a:ext cx="11480800" cy="5416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45720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indent="-45720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en-US" sz="2800" dirty="0">
                <a:latin typeface="+mn-lt"/>
                <a:cs typeface="Courier New" pitchFamily="49" charset="0"/>
              </a:rPr>
              <a:t>The </a:t>
            </a:r>
            <a:r>
              <a:rPr lang="en-US" altLang="en-US" sz="2800" b="1" u="sng" dirty="0">
                <a:solidFill>
                  <a:schemeClr val="accent2"/>
                </a:solidFill>
                <a:latin typeface="+mn-lt"/>
                <a:cs typeface="Courier New" pitchFamily="49" charset="0"/>
              </a:rPr>
              <a:t>initial-action</a:t>
            </a:r>
            <a:r>
              <a:rPr lang="en-US" altLang="en-US" sz="2800" dirty="0">
                <a:latin typeface="+mn-lt"/>
                <a:cs typeface="Courier New" pitchFamily="49" charset="0"/>
              </a:rPr>
              <a:t> in a </a:t>
            </a:r>
            <a:r>
              <a:rPr lang="en-US" altLang="en-US" sz="2800" u="sng" dirty="0">
                <a:latin typeface="+mn-lt"/>
                <a:cs typeface="Courier New" pitchFamily="49" charset="0"/>
              </a:rPr>
              <a:t>for</a:t>
            </a:r>
            <a:r>
              <a:rPr lang="en-US" altLang="en-US" sz="2800" dirty="0">
                <a:latin typeface="+mn-lt"/>
                <a:cs typeface="Courier New" pitchFamily="49" charset="0"/>
              </a:rPr>
              <a:t> loop can be a list of zero or more comma-separated expressions. </a:t>
            </a:r>
          </a:p>
          <a:p>
            <a:pPr marL="457200" indent="-45720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en-US" sz="2800" dirty="0">
                <a:latin typeface="+mn-lt"/>
                <a:cs typeface="Courier New" pitchFamily="49" charset="0"/>
              </a:rPr>
              <a:t>The </a:t>
            </a:r>
            <a:r>
              <a:rPr lang="en-US" altLang="en-US" sz="2800" b="1" u="sng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action-after-each-iteration</a:t>
            </a:r>
            <a:r>
              <a:rPr lang="en-US" altLang="en-US" sz="2800" dirty="0">
                <a:latin typeface="+mn-lt"/>
                <a:cs typeface="Courier New" pitchFamily="49" charset="0"/>
              </a:rPr>
              <a:t> in a </a:t>
            </a:r>
            <a:r>
              <a:rPr lang="en-US" altLang="en-US" sz="2800" u="sng" dirty="0">
                <a:latin typeface="+mn-lt"/>
                <a:cs typeface="Courier New" pitchFamily="49" charset="0"/>
              </a:rPr>
              <a:t>for</a:t>
            </a:r>
            <a:r>
              <a:rPr lang="en-US" altLang="en-US" sz="2800" dirty="0">
                <a:latin typeface="+mn-lt"/>
                <a:cs typeface="Courier New" pitchFamily="49" charset="0"/>
              </a:rPr>
              <a:t> loop can be a list of zero or more comma-separated statements. </a:t>
            </a:r>
          </a:p>
          <a:p>
            <a:pPr marL="457200" indent="-45720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en-US" sz="2800" dirty="0">
                <a:latin typeface="+mn-lt"/>
                <a:cs typeface="Courier New" pitchFamily="49" charset="0"/>
              </a:rPr>
              <a:t>Therefore, the following two </a:t>
            </a:r>
            <a:r>
              <a:rPr lang="en-US" altLang="en-US" sz="2800" u="sng" dirty="0">
                <a:latin typeface="+mn-lt"/>
                <a:cs typeface="Courier New" pitchFamily="49" charset="0"/>
              </a:rPr>
              <a:t>for</a:t>
            </a:r>
            <a:r>
              <a:rPr lang="en-US" altLang="en-US" sz="2800" dirty="0">
                <a:latin typeface="+mn-lt"/>
                <a:cs typeface="Courier New" pitchFamily="49" charset="0"/>
              </a:rPr>
              <a:t> loops are correct. They are rarely used in practice, however.</a:t>
            </a:r>
          </a:p>
          <a:p>
            <a:pPr lvl="1">
              <a:spcBef>
                <a:spcPct val="50000"/>
              </a:spcBef>
            </a:pPr>
            <a:r>
              <a:rPr lang="en-US" altLang="en-US" sz="2400" b="1" dirty="0">
                <a:latin typeface="+mn-lt"/>
                <a:cs typeface="Courier New" pitchFamily="49" charset="0"/>
              </a:rPr>
              <a:t>for (</a:t>
            </a:r>
            <a:r>
              <a:rPr lang="en-US" altLang="en-US" sz="2400" b="1" dirty="0" err="1">
                <a:latin typeface="+mn-lt"/>
                <a:cs typeface="Courier New" pitchFamily="49" charset="0"/>
              </a:rPr>
              <a:t>int</a:t>
            </a:r>
            <a:r>
              <a:rPr lang="en-US" altLang="en-US" sz="2400" b="1" dirty="0">
                <a:latin typeface="+mn-lt"/>
                <a:cs typeface="Courier New" pitchFamily="49" charset="0"/>
              </a:rPr>
              <a:t> i = 1; i &lt; 100; </a:t>
            </a:r>
            <a:r>
              <a:rPr lang="en-US" altLang="en-US" sz="2400" b="1" dirty="0" err="1">
                <a:latin typeface="+mn-lt"/>
                <a:cs typeface="Courier New" pitchFamily="49" charset="0"/>
              </a:rPr>
              <a:t>System.out.println</a:t>
            </a:r>
            <a:r>
              <a:rPr lang="en-US" altLang="en-US" sz="2400" b="1" dirty="0">
                <a:latin typeface="+mn-lt"/>
                <a:cs typeface="Courier New" pitchFamily="49" charset="0"/>
              </a:rPr>
              <a:t>(i++));</a:t>
            </a:r>
            <a:endParaRPr lang="en-US" altLang="en-US" sz="2400" b="1" dirty="0">
              <a:latin typeface="+mn-lt"/>
              <a:cs typeface="Times New Roman" pitchFamily="18" charset="0"/>
            </a:endParaRPr>
          </a:p>
          <a:p>
            <a:pPr lvl="1">
              <a:spcBef>
                <a:spcPct val="50000"/>
              </a:spcBef>
            </a:pPr>
            <a:r>
              <a:rPr lang="en-US" altLang="en-US" sz="2400" b="1" dirty="0">
                <a:latin typeface="+mn-lt"/>
                <a:cs typeface="Courier New" pitchFamily="49" charset="0"/>
              </a:rPr>
              <a:t>for (</a:t>
            </a:r>
            <a:r>
              <a:rPr lang="en-US" altLang="en-US" sz="2400" b="1" dirty="0" err="1">
                <a:latin typeface="+mn-lt"/>
                <a:cs typeface="Courier New" pitchFamily="49" charset="0"/>
              </a:rPr>
              <a:t>int</a:t>
            </a:r>
            <a:r>
              <a:rPr lang="en-US" altLang="en-US" sz="2400" b="1" dirty="0">
                <a:latin typeface="+mn-lt"/>
                <a:cs typeface="Courier New" pitchFamily="49" charset="0"/>
              </a:rPr>
              <a:t> i = 0, j = 0; (i + j &lt; 10); i++, j++) {</a:t>
            </a:r>
            <a:endParaRPr lang="en-US" altLang="en-US" sz="2400" b="1" dirty="0">
              <a:latin typeface="+mn-lt"/>
              <a:cs typeface="Times New Roman" pitchFamily="18" charset="0"/>
            </a:endParaRPr>
          </a:p>
          <a:p>
            <a:pPr lvl="1">
              <a:spcBef>
                <a:spcPct val="50000"/>
              </a:spcBef>
            </a:pPr>
            <a:r>
              <a:rPr lang="en-US" altLang="en-US" sz="2400" b="1" dirty="0">
                <a:latin typeface="+mn-lt"/>
                <a:cs typeface="Courier New" pitchFamily="49" charset="0"/>
              </a:rPr>
              <a:t>  // Do something</a:t>
            </a:r>
            <a:endParaRPr lang="en-US" altLang="en-US" sz="2400" b="1" dirty="0">
              <a:latin typeface="+mn-lt"/>
              <a:cs typeface="Times New Roman" pitchFamily="18" charset="0"/>
            </a:endParaRPr>
          </a:p>
          <a:p>
            <a:pPr lvl="1">
              <a:spcBef>
                <a:spcPct val="50000"/>
              </a:spcBef>
            </a:pPr>
            <a:r>
              <a:rPr lang="en-US" altLang="en-US" sz="2400" b="1" dirty="0">
                <a:latin typeface="+mn-lt"/>
                <a:cs typeface="Courier New" pitchFamily="49" charset="0"/>
              </a:rPr>
              <a:t>}</a:t>
            </a:r>
            <a:r>
              <a:rPr lang="en-US" altLang="en-US" u="sng" dirty="0">
                <a:latin typeface="+mn-lt"/>
                <a:cs typeface="Courier New" pitchFamily="49" charset="0"/>
              </a:rPr>
              <a:t>     </a:t>
            </a:r>
            <a:endParaRPr lang="en-US" altLang="en-US" dirty="0">
              <a:latin typeface="+mn-lt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466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FEA90CB1-BA80-4728-9B88-8645E67FC251}" type="slidenum">
              <a:rPr lang="en-US" altLang="en-US" sz="1400"/>
              <a:pPr/>
              <a:t>5</a:t>
            </a:fld>
            <a:endParaRPr lang="en-US" altLang="en-US" sz="1400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383654" y="228600"/>
            <a:ext cx="10363200" cy="609600"/>
          </a:xfrm>
        </p:spPr>
        <p:txBody>
          <a:bodyPr/>
          <a:lstStyle/>
          <a:p>
            <a:r>
              <a:rPr lang="en-US" altLang="en-US"/>
              <a:t>Note</a:t>
            </a:r>
          </a:p>
        </p:txBody>
      </p:sp>
      <p:sp>
        <p:nvSpPr>
          <p:cNvPr id="38916" name="Text Box 3"/>
          <p:cNvSpPr txBox="1">
            <a:spLocks noChangeArrowheads="1"/>
          </p:cNvSpPr>
          <p:nvPr/>
        </p:nvSpPr>
        <p:spPr bwMode="auto">
          <a:xfrm>
            <a:off x="406400" y="990601"/>
            <a:ext cx="11480800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indent="-45720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en-US" sz="2800" dirty="0">
                <a:latin typeface="+mn-lt"/>
                <a:cs typeface="Courier New" pitchFamily="49" charset="0"/>
              </a:rPr>
              <a:t>If the </a:t>
            </a:r>
            <a:r>
              <a:rPr lang="en-US" altLang="en-US" sz="2800" b="1" u="sng" dirty="0">
                <a:solidFill>
                  <a:srgbClr val="00B050"/>
                </a:solidFill>
                <a:latin typeface="+mn-lt"/>
                <a:cs typeface="Courier New" pitchFamily="49" charset="0"/>
              </a:rPr>
              <a:t>loop-continuation-condition</a:t>
            </a:r>
            <a:r>
              <a:rPr lang="en-US" altLang="en-US" sz="2800" dirty="0">
                <a:latin typeface="+mn-lt"/>
                <a:cs typeface="Courier New" pitchFamily="49" charset="0"/>
              </a:rPr>
              <a:t> in a </a:t>
            </a:r>
            <a:r>
              <a:rPr lang="en-US" altLang="en-US" sz="2800" u="sng" dirty="0">
                <a:latin typeface="+mn-lt"/>
                <a:cs typeface="Courier New" pitchFamily="49" charset="0"/>
              </a:rPr>
              <a:t>for</a:t>
            </a:r>
            <a:r>
              <a:rPr lang="en-US" altLang="en-US" sz="2800" dirty="0">
                <a:latin typeface="+mn-lt"/>
                <a:cs typeface="Courier New" pitchFamily="49" charset="0"/>
              </a:rPr>
              <a:t> loop is omitted, it is implicitly true.</a:t>
            </a:r>
          </a:p>
          <a:p>
            <a:pPr marL="457200" indent="-45720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en-US" sz="2800" dirty="0">
                <a:latin typeface="+mn-lt"/>
                <a:cs typeface="Courier New" pitchFamily="49" charset="0"/>
              </a:rPr>
              <a:t>Thus the statement given below in (a), which is an infinite loop, is correct. Nevertheless, it is better to use the equivalent loop in (b) to avoid confusion:</a:t>
            </a:r>
            <a:endParaRPr lang="en-US" altLang="en-US" sz="2800" dirty="0">
              <a:latin typeface="+mn-lt"/>
              <a:cs typeface="Times New Roman" pitchFamily="18" charset="0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4032251" y="3133725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graphicFrame>
        <p:nvGraphicFramePr>
          <p:cNvPr id="38918" name="Object 4"/>
          <p:cNvGraphicFramePr>
            <a:graphicFrameLocks noChangeAspect="1"/>
          </p:cNvGraphicFramePr>
          <p:nvPr/>
        </p:nvGraphicFramePr>
        <p:xfrm>
          <a:off x="406400" y="3733800"/>
          <a:ext cx="11277600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203448" imgH="612648" progId="Word.Picture.8">
                  <p:embed/>
                </p:oleObj>
              </mc:Choice>
              <mc:Fallback>
                <p:oleObj name="Picture" r:id="rId2" imgW="3203448" imgH="612648" progId="Word.Picture.8">
                  <p:embed/>
                  <p:pic>
                    <p:nvPicPr>
                      <p:cNvPr id="3891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" y="3733800"/>
                        <a:ext cx="11277600" cy="161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2314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30D482F0-541E-4228-B9B4-4316FF869AD8}" type="slidenum">
              <a:rPr lang="en-US" altLang="en-US" sz="1400"/>
              <a:pPr/>
              <a:t>6</a:t>
            </a:fld>
            <a:endParaRPr lang="en-US" altLang="en-US" sz="140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924984" y="317500"/>
            <a:ext cx="10363200" cy="685800"/>
          </a:xfrm>
        </p:spPr>
        <p:txBody>
          <a:bodyPr/>
          <a:lstStyle/>
          <a:p>
            <a:r>
              <a:rPr lang="en-US" altLang="en-US"/>
              <a:t>Caution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6401" y="1316039"/>
            <a:ext cx="11527367" cy="1055687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en-US" sz="3000">
                <a:cs typeface="Times New Roman" pitchFamily="18" charset="0"/>
              </a:rPr>
              <a:t>Adding a semicolon at the end of the </a:t>
            </a:r>
            <a:r>
              <a:rPr lang="en-US" altLang="en-US" sz="3000" u="sng">
                <a:cs typeface="Times New Roman" pitchFamily="18" charset="0"/>
              </a:rPr>
              <a:t>for</a:t>
            </a:r>
            <a:r>
              <a:rPr lang="en-US" altLang="en-US" sz="3000">
                <a:cs typeface="Times New Roman" pitchFamily="18" charset="0"/>
              </a:rPr>
              <a:t> clause before the loop body is a common mistake, as shown below:</a:t>
            </a:r>
          </a:p>
        </p:txBody>
      </p:sp>
      <p:sp>
        <p:nvSpPr>
          <p:cNvPr id="39941" name="Text Box 4"/>
          <p:cNvSpPr txBox="1">
            <a:spLocks noChangeArrowheads="1"/>
          </p:cNvSpPr>
          <p:nvPr/>
        </p:nvSpPr>
        <p:spPr bwMode="auto">
          <a:xfrm>
            <a:off x="8553451" y="2430464"/>
            <a:ext cx="1727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/>
              <a:t>Logic Error</a:t>
            </a:r>
          </a:p>
        </p:txBody>
      </p:sp>
      <p:sp>
        <p:nvSpPr>
          <p:cNvPr id="39942" name="Rectangle 6"/>
          <p:cNvSpPr>
            <a:spLocks noChangeArrowheads="1"/>
          </p:cNvSpPr>
          <p:nvPr/>
        </p:nvSpPr>
        <p:spPr bwMode="auto">
          <a:xfrm>
            <a:off x="668867" y="3544889"/>
            <a:ext cx="9575800" cy="191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600" b="1" dirty="0">
                <a:latin typeface="Courier New" pitchFamily="49" charset="0"/>
              </a:rPr>
              <a:t>for (</a:t>
            </a:r>
            <a:r>
              <a:rPr lang="en-US" sz="2600" b="1" dirty="0" err="1">
                <a:latin typeface="Courier New" pitchFamily="49" charset="0"/>
              </a:rPr>
              <a:t>int</a:t>
            </a:r>
            <a:r>
              <a:rPr lang="en-US" sz="2600" b="1" dirty="0">
                <a:latin typeface="Courier New" pitchFamily="49" charset="0"/>
              </a:rPr>
              <a:t> </a:t>
            </a:r>
            <a:r>
              <a:rPr lang="en-US" sz="2600" b="1" dirty="0" err="1">
                <a:latin typeface="Courier New" pitchFamily="49" charset="0"/>
              </a:rPr>
              <a:t>i</a:t>
            </a:r>
            <a:r>
              <a:rPr lang="en-US" sz="2600" b="1" dirty="0">
                <a:latin typeface="Courier New" pitchFamily="49" charset="0"/>
              </a:rPr>
              <a:t>=0; </a:t>
            </a:r>
            <a:r>
              <a:rPr lang="en-US" sz="2600" b="1" dirty="0" err="1">
                <a:latin typeface="Courier New" pitchFamily="49" charset="0"/>
              </a:rPr>
              <a:t>i</a:t>
            </a:r>
            <a:r>
              <a:rPr lang="en-US" sz="2600" b="1" dirty="0">
                <a:latin typeface="Courier New" pitchFamily="49" charset="0"/>
              </a:rPr>
              <a:t>&lt;10; </a:t>
            </a:r>
            <a:r>
              <a:rPr lang="en-US" sz="2600" b="1" dirty="0" err="1">
                <a:latin typeface="Courier New" pitchFamily="49" charset="0"/>
              </a:rPr>
              <a:t>i</a:t>
            </a:r>
            <a:r>
              <a:rPr lang="en-US" sz="2600" b="1" dirty="0">
                <a:latin typeface="Courier New" pitchFamily="49" charset="0"/>
              </a:rPr>
              <a:t>++);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600" b="1" dirty="0">
                <a:latin typeface="Courier New" pitchFamily="49" charset="0"/>
              </a:rPr>
              <a:t>{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600" b="1" dirty="0">
                <a:latin typeface="Courier New" pitchFamily="49" charset="0"/>
              </a:rPr>
              <a:t>  </a:t>
            </a:r>
            <a:r>
              <a:rPr lang="en-US" sz="2600" b="1" dirty="0" err="1">
                <a:latin typeface="Courier New" pitchFamily="49" charset="0"/>
              </a:rPr>
              <a:t>System.out.println</a:t>
            </a:r>
            <a:r>
              <a:rPr lang="en-US" sz="2600" b="1" dirty="0">
                <a:latin typeface="Courier New" pitchFamily="49" charset="0"/>
              </a:rPr>
              <a:t>("</a:t>
            </a:r>
            <a:r>
              <a:rPr lang="en-US" sz="2600" b="1" dirty="0" err="1">
                <a:latin typeface="Courier New" pitchFamily="49" charset="0"/>
              </a:rPr>
              <a:t>i</a:t>
            </a:r>
            <a:r>
              <a:rPr lang="en-US" sz="2600" b="1" dirty="0">
                <a:latin typeface="Courier New" pitchFamily="49" charset="0"/>
              </a:rPr>
              <a:t> is " + </a:t>
            </a:r>
            <a:r>
              <a:rPr lang="en-US" sz="2600" b="1" dirty="0" err="1">
                <a:latin typeface="Courier New" pitchFamily="49" charset="0"/>
              </a:rPr>
              <a:t>i</a:t>
            </a:r>
            <a:r>
              <a:rPr lang="en-US" sz="2600" b="1" dirty="0">
                <a:latin typeface="Courier New" pitchFamily="49" charset="0"/>
              </a:rPr>
              <a:t>);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600" b="1" dirty="0">
                <a:latin typeface="Courier New" pitchFamily="49" charset="0"/>
              </a:rPr>
              <a:t>}</a:t>
            </a:r>
          </a:p>
        </p:txBody>
      </p:sp>
      <p:sp>
        <p:nvSpPr>
          <p:cNvPr id="39943" name="Line 5"/>
          <p:cNvSpPr>
            <a:spLocks noChangeShapeType="1"/>
          </p:cNvSpPr>
          <p:nvPr/>
        </p:nvSpPr>
        <p:spPr bwMode="auto">
          <a:xfrm flipH="1">
            <a:off x="7376584" y="3198814"/>
            <a:ext cx="1176867" cy="458787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214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CEBF01E-8A62-4F78-8203-43F788561F6D}" type="slidenum">
              <a:rPr lang="en-US" altLang="en-US" sz="1400"/>
              <a:pPr/>
              <a:t>7</a:t>
            </a:fld>
            <a:endParaRPr lang="en-US" altLang="en-US" sz="1400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76200"/>
            <a:ext cx="10363200" cy="685800"/>
          </a:xfrm>
        </p:spPr>
        <p:txBody>
          <a:bodyPr/>
          <a:lstStyle/>
          <a:p>
            <a:r>
              <a:rPr lang="en-US" altLang="en-US"/>
              <a:t>Caution, cont.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3200" y="838200"/>
            <a:ext cx="11785600" cy="5867400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dirty="0">
                <a:cs typeface="Times New Roman" pitchFamily="18" charset="0"/>
              </a:rPr>
              <a:t>Similarly, the following loop is also wrong: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600" dirty="0" err="1">
                <a:latin typeface="Courier" pitchFamily="49" charset="0"/>
              </a:rPr>
              <a:t>int</a:t>
            </a:r>
            <a:r>
              <a:rPr lang="en-US" altLang="en-US" sz="2600" dirty="0">
                <a:latin typeface="Courier" pitchFamily="49" charset="0"/>
              </a:rPr>
              <a:t> i=0; 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600" dirty="0">
                <a:latin typeface="Courier" pitchFamily="49" charset="0"/>
              </a:rPr>
              <a:t>while (i &lt; 10);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600" dirty="0">
                <a:latin typeface="Courier" pitchFamily="49" charset="0"/>
              </a:rPr>
              <a:t>{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600" dirty="0">
                <a:latin typeface="Courier" pitchFamily="49" charset="0"/>
              </a:rPr>
              <a:t>  </a:t>
            </a:r>
            <a:r>
              <a:rPr lang="en-US" altLang="en-US" sz="2600" dirty="0" err="1">
                <a:latin typeface="Courier" pitchFamily="49" charset="0"/>
              </a:rPr>
              <a:t>System.out.println</a:t>
            </a:r>
            <a:r>
              <a:rPr lang="en-US" altLang="en-US" sz="2600" dirty="0">
                <a:latin typeface="Courier" pitchFamily="49" charset="0"/>
              </a:rPr>
              <a:t>("i is " + i);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600" dirty="0">
                <a:latin typeface="Courier" pitchFamily="49" charset="0"/>
              </a:rPr>
              <a:t>  i++;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600" dirty="0">
                <a:latin typeface="Courier" pitchFamily="49" charset="0"/>
              </a:rPr>
              <a:t>}</a:t>
            </a:r>
            <a:endParaRPr lang="en-US" altLang="en-US" sz="3000" dirty="0">
              <a:latin typeface="Courier" pitchFamily="49" charset="0"/>
              <a:cs typeface="Times New Roman" pitchFamily="18" charset="0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dirty="0">
                <a:cs typeface="Times New Roman" pitchFamily="18" charset="0"/>
              </a:rPr>
              <a:t>In the case of the </a:t>
            </a:r>
            <a:r>
              <a:rPr lang="en-US" altLang="en-US" sz="3000" u="sng" dirty="0">
                <a:cs typeface="Times New Roman" pitchFamily="18" charset="0"/>
              </a:rPr>
              <a:t>do</a:t>
            </a:r>
            <a:r>
              <a:rPr lang="en-US" altLang="en-US" sz="3000" dirty="0">
                <a:cs typeface="Times New Roman" pitchFamily="18" charset="0"/>
              </a:rPr>
              <a:t> loop, the following semicolon is needed to end the loop.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600" dirty="0" err="1">
                <a:latin typeface="Courier" pitchFamily="49" charset="0"/>
              </a:rPr>
              <a:t>int</a:t>
            </a:r>
            <a:r>
              <a:rPr lang="en-US" altLang="en-US" sz="2600" dirty="0">
                <a:latin typeface="Courier" pitchFamily="49" charset="0"/>
              </a:rPr>
              <a:t> i=0; 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600" dirty="0">
                <a:latin typeface="Courier" pitchFamily="49" charset="0"/>
              </a:rPr>
              <a:t>do {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600" dirty="0">
                <a:latin typeface="Courier" pitchFamily="49" charset="0"/>
              </a:rPr>
              <a:t>  </a:t>
            </a:r>
            <a:r>
              <a:rPr lang="en-US" altLang="en-US" sz="2600" dirty="0" err="1">
                <a:latin typeface="Courier" pitchFamily="49" charset="0"/>
              </a:rPr>
              <a:t>System.out.println</a:t>
            </a:r>
            <a:r>
              <a:rPr lang="en-US" altLang="en-US" sz="2600" dirty="0">
                <a:latin typeface="Courier" pitchFamily="49" charset="0"/>
              </a:rPr>
              <a:t>("i is " + i);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600" dirty="0">
                <a:latin typeface="Courier" pitchFamily="49" charset="0"/>
              </a:rPr>
              <a:t>  i++;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600" dirty="0">
                <a:latin typeface="Courier" pitchFamily="49" charset="0"/>
              </a:rPr>
              <a:t>} while (i&lt;10);</a:t>
            </a: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4419600" y="14478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dirty="0"/>
              <a:t>Logic Error</a:t>
            </a:r>
          </a:p>
        </p:txBody>
      </p:sp>
      <p:sp>
        <p:nvSpPr>
          <p:cNvPr id="40966" name="Line 5"/>
          <p:cNvSpPr>
            <a:spLocks noChangeShapeType="1"/>
          </p:cNvSpPr>
          <p:nvPr/>
        </p:nvSpPr>
        <p:spPr bwMode="auto">
          <a:xfrm flipH="1">
            <a:off x="3251200" y="1676400"/>
            <a:ext cx="1016000" cy="1524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7" name="Text Box 6"/>
          <p:cNvSpPr txBox="1">
            <a:spLocks noChangeArrowheads="1"/>
          </p:cNvSpPr>
          <p:nvPr/>
        </p:nvSpPr>
        <p:spPr bwMode="auto">
          <a:xfrm>
            <a:off x="4775200" y="5638800"/>
            <a:ext cx="172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dirty="0"/>
              <a:t>Correct</a:t>
            </a:r>
          </a:p>
        </p:txBody>
      </p:sp>
      <p:sp>
        <p:nvSpPr>
          <p:cNvPr id="40968" name="Line 7"/>
          <p:cNvSpPr>
            <a:spLocks noChangeShapeType="1"/>
          </p:cNvSpPr>
          <p:nvPr/>
        </p:nvSpPr>
        <p:spPr bwMode="auto">
          <a:xfrm flipH="1">
            <a:off x="3251200" y="5867400"/>
            <a:ext cx="1219200" cy="1524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314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1563D33B-A721-451E-A5FE-CC2BA7E406A2}" type="slidenum">
              <a:rPr lang="en-US" altLang="en-US" sz="1400"/>
              <a:pPr/>
              <a:t>8</a:t>
            </a:fld>
            <a:endParaRPr lang="en-US" altLang="en-US" sz="1400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10363200" cy="609600"/>
          </a:xfrm>
        </p:spPr>
        <p:txBody>
          <a:bodyPr/>
          <a:lstStyle/>
          <a:p>
            <a:r>
              <a:rPr lang="en-US" altLang="en-US" dirty="0"/>
              <a:t>Which Loop to Use?</a:t>
            </a:r>
          </a:p>
        </p:txBody>
      </p:sp>
      <p:sp>
        <p:nvSpPr>
          <p:cNvPr id="41988" name="Text Box 3"/>
          <p:cNvSpPr txBox="1">
            <a:spLocks noChangeArrowheads="1"/>
          </p:cNvSpPr>
          <p:nvPr/>
        </p:nvSpPr>
        <p:spPr bwMode="auto">
          <a:xfrm>
            <a:off x="406400" y="914401"/>
            <a:ext cx="11480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cs typeface="Times New Roman" pitchFamily="18" charset="0"/>
              </a:rPr>
              <a:t>The three forms of loop statements, </a:t>
            </a:r>
            <a:r>
              <a:rPr lang="en-US" altLang="en-US" sz="2400" u="sng">
                <a:cs typeface="Times New Roman" pitchFamily="18" charset="0"/>
              </a:rPr>
              <a:t>while</a:t>
            </a:r>
            <a:r>
              <a:rPr lang="en-US" altLang="en-US" sz="2400">
                <a:cs typeface="Times New Roman" pitchFamily="18" charset="0"/>
              </a:rPr>
              <a:t>, </a:t>
            </a:r>
            <a:r>
              <a:rPr lang="en-US" altLang="en-US" sz="2400" u="sng">
                <a:cs typeface="Times New Roman" pitchFamily="18" charset="0"/>
              </a:rPr>
              <a:t>do-while</a:t>
            </a:r>
            <a:r>
              <a:rPr lang="en-US" altLang="en-US" sz="2400">
                <a:cs typeface="Times New Roman" pitchFamily="18" charset="0"/>
              </a:rPr>
              <a:t>, and </a:t>
            </a:r>
            <a:r>
              <a:rPr lang="en-US" altLang="en-US" sz="2400" u="sng">
                <a:cs typeface="Times New Roman" pitchFamily="18" charset="0"/>
              </a:rPr>
              <a:t>for</a:t>
            </a:r>
            <a:r>
              <a:rPr lang="en-US" altLang="en-US" sz="2400">
                <a:cs typeface="Times New Roman" pitchFamily="18" charset="0"/>
              </a:rPr>
              <a:t>, are expressively equivalent; that is, you can write a loop in any of these three forms.</a:t>
            </a:r>
            <a:r>
              <a:rPr lang="en-US" altLang="en-US" sz="2400"/>
              <a:t> </a:t>
            </a:r>
            <a:r>
              <a:rPr lang="en-US" altLang="en-US" sz="2400">
                <a:cs typeface="Courier New" pitchFamily="49" charset="0"/>
              </a:rPr>
              <a:t>For example, a </a:t>
            </a:r>
            <a:r>
              <a:rPr lang="en-US" altLang="en-US" sz="2400" u="sng">
                <a:cs typeface="Courier New" pitchFamily="49" charset="0"/>
              </a:rPr>
              <a:t>while</a:t>
            </a:r>
            <a:r>
              <a:rPr lang="en-US" altLang="en-US" sz="2400">
                <a:cs typeface="Courier New" pitchFamily="49" charset="0"/>
              </a:rPr>
              <a:t> loop in (a) in the following figure can always be converted into the following </a:t>
            </a:r>
            <a:r>
              <a:rPr lang="en-US" altLang="en-US" sz="2400" u="sng">
                <a:cs typeface="Courier New" pitchFamily="49" charset="0"/>
              </a:rPr>
              <a:t>for</a:t>
            </a:r>
            <a:r>
              <a:rPr lang="en-US" altLang="en-US" sz="2400">
                <a:cs typeface="Courier New" pitchFamily="49" charset="0"/>
              </a:rPr>
              <a:t> loop in (b):</a:t>
            </a:r>
            <a:endParaRPr lang="en-US" altLang="en-US" sz="2400"/>
          </a:p>
        </p:txBody>
      </p:sp>
      <p:sp>
        <p:nvSpPr>
          <p:cNvPr id="41989" name="Rectangle 10"/>
          <p:cNvSpPr>
            <a:spLocks noChangeArrowheads="1"/>
          </p:cNvSpPr>
          <p:nvPr/>
        </p:nvSpPr>
        <p:spPr bwMode="auto">
          <a:xfrm>
            <a:off x="2635251" y="3133725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41990" name="Text Box 11"/>
          <p:cNvSpPr txBox="1">
            <a:spLocks noChangeArrowheads="1"/>
          </p:cNvSpPr>
          <p:nvPr/>
        </p:nvSpPr>
        <p:spPr bwMode="auto">
          <a:xfrm>
            <a:off x="406400" y="3962401"/>
            <a:ext cx="114808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000" dirty="0">
                <a:cs typeface="Times New Roman" pitchFamily="18" charset="0"/>
              </a:rPr>
              <a:t>A for loop in (a) in the following figure can generally be converted into the following while loop in (b) except in certain special</a:t>
            </a:r>
          </a:p>
        </p:txBody>
      </p:sp>
      <p:sp>
        <p:nvSpPr>
          <p:cNvPr id="41991" name="Rectangle 13"/>
          <p:cNvSpPr>
            <a:spLocks noChangeArrowheads="1"/>
          </p:cNvSpPr>
          <p:nvPr/>
        </p:nvSpPr>
        <p:spPr bwMode="auto">
          <a:xfrm>
            <a:off x="2698751" y="3009900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graphicFrame>
        <p:nvGraphicFramePr>
          <p:cNvPr id="41992" name="Object 12"/>
          <p:cNvGraphicFramePr>
            <a:graphicFrameLocks noChangeAspect="1"/>
          </p:cNvGraphicFramePr>
          <p:nvPr/>
        </p:nvGraphicFramePr>
        <p:xfrm>
          <a:off x="306918" y="5029200"/>
          <a:ext cx="11679767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277612" imgH="870204" progId="Word.Picture.8">
                  <p:embed/>
                </p:oleObj>
              </mc:Choice>
              <mc:Fallback>
                <p:oleObj name="Picture" r:id="rId2" imgW="5277612" imgH="870204" progId="Word.Picture.8">
                  <p:embed/>
                  <p:pic>
                    <p:nvPicPr>
                      <p:cNvPr id="4199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918" y="5029200"/>
                        <a:ext cx="11679767" cy="144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3" name="Rectangle 15"/>
          <p:cNvSpPr>
            <a:spLocks noChangeArrowheads="1"/>
          </p:cNvSpPr>
          <p:nvPr/>
        </p:nvSpPr>
        <p:spPr bwMode="auto">
          <a:xfrm>
            <a:off x="2635251" y="3133725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graphicFrame>
        <p:nvGraphicFramePr>
          <p:cNvPr id="4199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1330971"/>
              </p:ext>
            </p:extLst>
          </p:nvPr>
        </p:nvGraphicFramePr>
        <p:xfrm>
          <a:off x="152400" y="2459098"/>
          <a:ext cx="1198880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5375148" imgH="612648" progId="Word.Picture.8">
                  <p:embed/>
                </p:oleObj>
              </mc:Choice>
              <mc:Fallback>
                <p:oleObj name="Picture" r:id="rId4" imgW="5375148" imgH="612648" progId="Word.Picture.8">
                  <p:embed/>
                  <p:pic>
                    <p:nvPicPr>
                      <p:cNvPr id="4199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459098"/>
                        <a:ext cx="11988800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9842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017" name="Rectangle 430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Recommendations</a:t>
            </a:r>
          </a:p>
        </p:txBody>
      </p:sp>
      <p:sp>
        <p:nvSpPr>
          <p:cNvPr id="430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12" name="Text Box 3"/>
          <p:cNvSpPr txBox="1">
            <a:spLocks noChangeArrowheads="1"/>
          </p:cNvSpPr>
          <p:nvPr/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indent="-228600" defTabSz="914400"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2200">
                <a:latin typeface="+mn-lt"/>
              </a:rPr>
              <a:t>Use the one that is most intuitive and comfortable for you. </a:t>
            </a:r>
          </a:p>
          <a:p>
            <a:pPr marL="457200" indent="-228600" defTabSz="914400"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2200">
                <a:latin typeface="+mn-lt"/>
              </a:rPr>
              <a:t>In general, a </a:t>
            </a:r>
            <a:r>
              <a:rPr lang="en-US" altLang="en-US" sz="2200" b="1">
                <a:latin typeface="+mn-lt"/>
              </a:rPr>
              <a:t>for loop </a:t>
            </a:r>
            <a:r>
              <a:rPr lang="en-US" altLang="en-US" sz="2200">
                <a:latin typeface="+mn-lt"/>
              </a:rPr>
              <a:t>may be used if the number of repetitions is known, as, for example, when you need to print a message 100 times. </a:t>
            </a:r>
          </a:p>
          <a:p>
            <a:pPr marL="457200" indent="-228600" defTabSz="914400"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2200">
                <a:latin typeface="+mn-lt"/>
              </a:rPr>
              <a:t>A </a:t>
            </a:r>
            <a:r>
              <a:rPr lang="en-US" altLang="en-US" sz="2200" b="1">
                <a:latin typeface="+mn-lt"/>
              </a:rPr>
              <a:t>while loop </a:t>
            </a:r>
            <a:r>
              <a:rPr lang="en-US" altLang="en-US" sz="2200">
                <a:latin typeface="+mn-lt"/>
              </a:rPr>
              <a:t>may be used if the number of repetitions is not known, as in the case of reading the numbers until the input is 0. </a:t>
            </a:r>
          </a:p>
          <a:p>
            <a:pPr marL="457200" indent="-228600" defTabSz="914400"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2200">
                <a:latin typeface="+mn-lt"/>
              </a:rPr>
              <a:t>A </a:t>
            </a:r>
            <a:r>
              <a:rPr lang="en-US" altLang="en-US" sz="2200" b="1">
                <a:latin typeface="+mn-lt"/>
              </a:rPr>
              <a:t>do-while loop </a:t>
            </a:r>
            <a:r>
              <a:rPr lang="en-US" altLang="en-US" sz="2200">
                <a:latin typeface="+mn-lt"/>
              </a:rPr>
              <a:t>can be used to replace a while loop if the loop body has to be executed before testing the continuation condition.</a:t>
            </a:r>
          </a:p>
        </p:txBody>
      </p:sp>
      <p:sp>
        <p:nvSpPr>
          <p:cNvPr id="43010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defTabSz="914400">
              <a:spcAft>
                <a:spcPts val="600"/>
              </a:spcAft>
            </a:pPr>
            <a:fld id="{4D65B4C6-CCC4-4045-AE80-6E6FAFE43D13}" type="slidenum">
              <a:rPr lang="en-US" alt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defTabSz="914400">
                <a:spcAft>
                  <a:spcPts val="600"/>
                </a:spcAft>
              </a:pPr>
              <a:t>9</a:t>
            </a:fld>
            <a:endParaRPr lang="en-US" alt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19033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FA0679A6-9AC4-4BD5-94AC-9B1894320337}" type="slidenum">
              <a:rPr lang="en-US" altLang="en-US" sz="1400"/>
              <a:pPr/>
              <a:t>10</a:t>
            </a:fld>
            <a:endParaRPr lang="en-US" altLang="en-US" sz="1400"/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10363200" cy="1428750"/>
          </a:xfrm>
        </p:spPr>
        <p:txBody>
          <a:bodyPr/>
          <a:lstStyle/>
          <a:p>
            <a:r>
              <a:rPr lang="en-US" altLang="en-US" sz="4200">
                <a:latin typeface="Courier New" pitchFamily="49" charset="0"/>
              </a:rPr>
              <a:t>break</a:t>
            </a:r>
            <a:endParaRPr lang="en-US" altLang="en-US"/>
          </a:p>
        </p:txBody>
      </p:sp>
      <p:sp>
        <p:nvSpPr>
          <p:cNvPr id="52228" name="Rectangle 11"/>
          <p:cNvSpPr>
            <a:spLocks noChangeArrowheads="1"/>
          </p:cNvSpPr>
          <p:nvPr/>
        </p:nvSpPr>
        <p:spPr bwMode="auto">
          <a:xfrm>
            <a:off x="-101600" y="22918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graphicFrame>
        <p:nvGraphicFramePr>
          <p:cNvPr id="52229" name="Object 10"/>
          <p:cNvGraphicFramePr>
            <a:graphicFrameLocks noChangeAspect="1"/>
          </p:cNvGraphicFramePr>
          <p:nvPr/>
        </p:nvGraphicFramePr>
        <p:xfrm>
          <a:off x="421218" y="1162050"/>
          <a:ext cx="10170583" cy="439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429000" imgH="1968500" progId="Word.Picture.8">
                  <p:embed/>
                </p:oleObj>
              </mc:Choice>
              <mc:Fallback>
                <p:oleObj name="Picture" r:id="rId2" imgW="3429000" imgH="1968500" progId="Word.Picture.8">
                  <p:embed/>
                  <p:pic>
                    <p:nvPicPr>
                      <p:cNvPr id="5222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218" y="1162050"/>
                        <a:ext cx="10170583" cy="439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0" name="Rectangle 12"/>
          <p:cNvSpPr>
            <a:spLocks noChangeArrowheads="1"/>
          </p:cNvSpPr>
          <p:nvPr/>
        </p:nvSpPr>
        <p:spPr bwMode="auto">
          <a:xfrm>
            <a:off x="101600" y="41968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7141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Freeform: Shape 206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A2-8BD6-0B3A-DC46-E065967CA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22B3838-5DA3-401E-993B-20BED99F7C58}" type="slidenum">
              <a:rPr lang="en-US" altLang="en-US" smtClean="0"/>
              <a:pPr>
                <a:spcAft>
                  <a:spcPts val="600"/>
                </a:spcAft>
              </a:pPr>
              <a:t>11</a:t>
            </a:fld>
            <a:endParaRPr lang="en-US" altLang="en-US"/>
          </a:p>
        </p:txBody>
      </p:sp>
      <p:sp>
        <p:nvSpPr>
          <p:cNvPr id="2065" name="Isosceles Triangle 206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How break statement works in Java programming?">
            <a:extLst>
              <a:ext uri="{FF2B5EF4-FFF2-40B4-BE49-F238E27FC236}">
                <a16:creationId xmlns:a16="http://schemas.microsoft.com/office/drawing/2014/main" id="{B1D5BF32-89AF-6439-4E9E-E4565316F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91996" y="643467"/>
            <a:ext cx="8808007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7" name="Isosceles Triangle 206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145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938328A9-BC83-4ECE-B8D3-91E8175137CC}" type="slidenum">
              <a:rPr lang="en-US" altLang="en-US" sz="1400"/>
              <a:pPr/>
              <a:t>12</a:t>
            </a:fld>
            <a:endParaRPr lang="en-US" altLang="en-US" sz="1400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10363200" cy="1428750"/>
          </a:xfrm>
        </p:spPr>
        <p:txBody>
          <a:bodyPr/>
          <a:lstStyle/>
          <a:p>
            <a:r>
              <a:rPr lang="en-US" altLang="en-US" sz="4200">
                <a:latin typeface="Courier New" pitchFamily="49" charset="0"/>
              </a:rPr>
              <a:t>continue</a:t>
            </a:r>
            <a:endParaRPr lang="en-US" altLang="en-US"/>
          </a:p>
        </p:txBody>
      </p:sp>
      <p:sp>
        <p:nvSpPr>
          <p:cNvPr id="53252" name="Rectangle 3"/>
          <p:cNvSpPr>
            <a:spLocks noChangeArrowheads="1"/>
          </p:cNvSpPr>
          <p:nvPr/>
        </p:nvSpPr>
        <p:spPr bwMode="auto">
          <a:xfrm>
            <a:off x="-101600" y="22918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sp>
        <p:nvSpPr>
          <p:cNvPr id="53253" name="Rectangle 5"/>
          <p:cNvSpPr>
            <a:spLocks noChangeArrowheads="1"/>
          </p:cNvSpPr>
          <p:nvPr/>
        </p:nvSpPr>
        <p:spPr bwMode="auto">
          <a:xfrm>
            <a:off x="101600" y="41968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sp>
        <p:nvSpPr>
          <p:cNvPr id="53254" name="Rectangle 7"/>
          <p:cNvSpPr>
            <a:spLocks noChangeArrowheads="1"/>
          </p:cNvSpPr>
          <p:nvPr/>
        </p:nvSpPr>
        <p:spPr bwMode="auto">
          <a:xfrm>
            <a:off x="0" y="23394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sp>
        <p:nvSpPr>
          <p:cNvPr id="53255" name="Rectangle 9"/>
          <p:cNvSpPr>
            <a:spLocks noChangeArrowheads="1"/>
          </p:cNvSpPr>
          <p:nvPr/>
        </p:nvSpPr>
        <p:spPr bwMode="auto">
          <a:xfrm>
            <a:off x="0" y="23394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graphicFrame>
        <p:nvGraphicFramePr>
          <p:cNvPr id="532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6949729"/>
              </p:ext>
            </p:extLst>
          </p:nvPr>
        </p:nvGraphicFramePr>
        <p:xfrm>
          <a:off x="304800" y="1295400"/>
          <a:ext cx="10826750" cy="484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114000" imgH="1874520" progId="Word.Picture.8">
                  <p:embed/>
                </p:oleObj>
              </mc:Choice>
              <mc:Fallback>
                <p:oleObj name="Picture" r:id="rId2" imgW="3114000" imgH="1874520" progId="Word.Picture.8">
                  <p:embed/>
                  <p:pic>
                    <p:nvPicPr>
                      <p:cNvPr id="5325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295400"/>
                        <a:ext cx="10826750" cy="484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5356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B64AB-80A7-6314-DBB7-F057C327A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22B3838-5DA3-401E-993B-20BED99F7C58}" type="slidenum">
              <a:rPr lang="en-US" altLang="en-US" smtClean="0"/>
              <a:pPr>
                <a:spcAft>
                  <a:spcPts val="600"/>
                </a:spcAft>
              </a:pPr>
              <a:t>13</a:t>
            </a:fld>
            <a:endParaRPr lang="en-US" altLang="en-US"/>
          </a:p>
        </p:txBody>
      </p:sp>
      <p:sp>
        <p:nvSpPr>
          <p:cNvPr id="1041" name="Isosceles Triangle 104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he working of continue statement with Java while, do...while, and for loop.">
            <a:extLst>
              <a:ext uri="{FF2B5EF4-FFF2-40B4-BE49-F238E27FC236}">
                <a16:creationId xmlns:a16="http://schemas.microsoft.com/office/drawing/2014/main" id="{68940473-D3BE-A710-4A76-5379B467E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66015" y="0"/>
            <a:ext cx="7204842" cy="6430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Isosceles Triangle 104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040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041" name="Rectangle 44040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5400"/>
              <a:t>Nested Loops </a:t>
            </a:r>
          </a:p>
        </p:txBody>
      </p:sp>
      <p:sp>
        <p:nvSpPr>
          <p:cNvPr id="4404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Font typeface="Monotype Sorts" pitchFamily="2" charset="2"/>
              <a:buNone/>
            </a:pPr>
            <a:r>
              <a:rPr lang="en-US" altLang="en-US" sz="2200">
                <a:cs typeface="Courier New" pitchFamily="49" charset="0"/>
              </a:rPr>
              <a:t>Problem: Write a program that uses nested for loops to print a multiplication table.</a:t>
            </a:r>
          </a:p>
        </p:txBody>
      </p:sp>
      <p:sp>
        <p:nvSpPr>
          <p:cNvPr id="44034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</a:pPr>
            <a:fld id="{CB38BAF0-C77B-4D51-A6D0-DAFBFD2612A7}" type="slidenum">
              <a:rPr lang="en-US" altLang="en-US" sz="1800"/>
              <a:pPr>
                <a:lnSpc>
                  <a:spcPct val="90000"/>
                </a:lnSpc>
                <a:spcAft>
                  <a:spcPts val="600"/>
                </a:spcAft>
              </a:pPr>
              <a:t>14</a:t>
            </a:fld>
            <a:endParaRPr lang="en-US" altLang="en-US" sz="180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05AFCF-0815-3A79-57A4-A9D674753A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2099"/>
          <a:stretch/>
        </p:blipFill>
        <p:spPr bwMode="auto">
          <a:xfrm>
            <a:off x="2743200" y="2544790"/>
            <a:ext cx="6096000" cy="3948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1129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93E7F4-BF7E-AB51-1AA1-ADBA19930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8F85-790C-468F-8B10-34236115ADDD}" type="slidenum">
              <a:rPr lang="en-US" altLang="en-US" smtClean="0"/>
              <a:pPr/>
              <a:t>15</a:t>
            </a:fld>
            <a:endParaRPr lang="en-US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529480-9AD6-8478-7421-845E657C3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365" y="136525"/>
            <a:ext cx="7826829" cy="32783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8CD4CB-DA44-86C3-8640-55BAF0295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365" y="3313830"/>
            <a:ext cx="8305800" cy="352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214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12948</TotalTime>
  <Words>603</Words>
  <Application>Microsoft Office PowerPoint</Application>
  <PresentationFormat>Widescreen</PresentationFormat>
  <Paragraphs>77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Arial</vt:lpstr>
      <vt:lpstr>Avenir Next LT Pro</vt:lpstr>
      <vt:lpstr>Book Antiqua</vt:lpstr>
      <vt:lpstr>Calibri</vt:lpstr>
      <vt:lpstr>Calibri Light</vt:lpstr>
      <vt:lpstr>Courier</vt:lpstr>
      <vt:lpstr>Courier New</vt:lpstr>
      <vt:lpstr>Monotype Sorts</vt:lpstr>
      <vt:lpstr>Times New Roman</vt:lpstr>
      <vt:lpstr>Office Theme</vt:lpstr>
      <vt:lpstr>Picture</vt:lpstr>
      <vt:lpstr>Repetition Statements (loops) </vt:lpstr>
      <vt:lpstr>Outline</vt:lpstr>
      <vt:lpstr>for Loops</vt:lpstr>
      <vt:lpstr>Note</vt:lpstr>
      <vt:lpstr>Note</vt:lpstr>
      <vt:lpstr>Caution</vt:lpstr>
      <vt:lpstr>Caution, cont.</vt:lpstr>
      <vt:lpstr>Which Loop to Use?</vt:lpstr>
      <vt:lpstr>Recommendations</vt:lpstr>
      <vt:lpstr>break</vt:lpstr>
      <vt:lpstr>PowerPoint Presentation</vt:lpstr>
      <vt:lpstr>continue</vt:lpstr>
      <vt:lpstr>PowerPoint Presentation</vt:lpstr>
      <vt:lpstr>Nested Loops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Loops – While, Do, For</dc:title>
  <dc:creator>mh sh</dc:creator>
  <cp:lastModifiedBy>Khurram Iqbal</cp:lastModifiedBy>
  <cp:revision>44</cp:revision>
  <dcterms:created xsi:type="dcterms:W3CDTF">2015-11-10T11:22:03Z</dcterms:created>
  <dcterms:modified xsi:type="dcterms:W3CDTF">2025-10-08T06:46:16Z</dcterms:modified>
</cp:coreProperties>
</file>